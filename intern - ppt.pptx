
<file path=[Content_Types].xml><?xml version="1.0" encoding="utf-8"?>
<Types xmlns="http://schemas.openxmlformats.org/package/2006/content-types">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230" r:id="rId1"/>
  </p:sldMasterIdLst>
  <p:notesMasterIdLst>
    <p:notesMasterId r:id="rId15"/>
  </p:notesMasterIdLst>
  <p:sldIdLst>
    <p:sldId id="483" r:id="rId2"/>
    <p:sldId id="484" r:id="rId3"/>
    <p:sldId id="470" r:id="rId4"/>
    <p:sldId id="488" r:id="rId5"/>
    <p:sldId id="489" r:id="rId6"/>
    <p:sldId id="478" r:id="rId7"/>
    <p:sldId id="490" r:id="rId8"/>
    <p:sldId id="482" r:id="rId9"/>
    <p:sldId id="486" r:id="rId10"/>
    <p:sldId id="491" r:id="rId11"/>
    <p:sldId id="487" r:id="rId12"/>
    <p:sldId id="473" r:id="rId13"/>
    <p:sldId id="468" r:id="rId14"/>
  </p:sldIdLst>
  <p:sldSz cx="12192000" cy="6858000"/>
  <p:notesSz cx="6954838" cy="9309100"/>
  <p:defaultTex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71180"/>
    <a:srgbClr val="FF3300"/>
    <a:srgbClr val="FAFAF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147" autoAdjust="0"/>
    <p:restoredTop sz="94434" autoAdjust="0"/>
  </p:normalViewPr>
  <p:slideViewPr>
    <p:cSldViewPr snapToGrid="0">
      <p:cViewPr varScale="1">
        <p:scale>
          <a:sx n="74" d="100"/>
          <a:sy n="74" d="100"/>
        </p:scale>
        <p:origin x="564" y="56"/>
      </p:cViewPr>
      <p:guideLst>
        <p:guide orient="horz" pos="2160"/>
        <p:guide pos="3840"/>
      </p:guideLst>
    </p:cSldViewPr>
  </p:slideViewPr>
  <p:notesTextViewPr>
    <p:cViewPr>
      <p:scale>
        <a:sx n="1" d="1"/>
        <a:sy n="1" d="1"/>
      </p:scale>
      <p:origin x="0" y="0"/>
    </p:cViewPr>
  </p:notesTextViewPr>
  <p:sorterViewPr>
    <p:cViewPr>
      <p:scale>
        <a:sx n="100" d="100"/>
        <a:sy n="100" d="100"/>
      </p:scale>
      <p:origin x="0" y="-28938"/>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91A9256-F9C8-48F3-9246-288820D1979F}"/>
              </a:ext>
            </a:extLst>
          </p:cNvPr>
          <p:cNvSpPr>
            <a:spLocks noGrp="1"/>
          </p:cNvSpPr>
          <p:nvPr>
            <p:ph type="hdr" sz="quarter"/>
          </p:nvPr>
        </p:nvSpPr>
        <p:spPr>
          <a:xfrm>
            <a:off x="0" y="0"/>
            <a:ext cx="3013075" cy="466725"/>
          </a:xfrm>
          <a:prstGeom prst="rect">
            <a:avLst/>
          </a:prstGeom>
        </p:spPr>
        <p:txBody>
          <a:bodyPr vert="horz" lIns="92930" tIns="46465" rIns="92930" bIns="46465" rtlCol="0"/>
          <a:lstStyle>
            <a:lvl1pPr algn="l" eaLnBrk="1" fontAlgn="auto" hangingPunct="1">
              <a:spcBef>
                <a:spcPts val="0"/>
              </a:spcBef>
              <a:spcAft>
                <a:spcPts val="0"/>
              </a:spcAft>
              <a:defRPr sz="1200">
                <a:latin typeface="+mn-lt"/>
                <a:cs typeface="+mn-cs"/>
              </a:defRPr>
            </a:lvl1pPr>
          </a:lstStyle>
          <a:p>
            <a:pPr>
              <a:defRPr/>
            </a:pPr>
            <a:endParaRPr lang="en-US"/>
          </a:p>
        </p:txBody>
      </p:sp>
      <p:sp>
        <p:nvSpPr>
          <p:cNvPr id="3" name="Date Placeholder 2">
            <a:extLst>
              <a:ext uri="{FF2B5EF4-FFF2-40B4-BE49-F238E27FC236}">
                <a16:creationId xmlns:a16="http://schemas.microsoft.com/office/drawing/2014/main" id="{1608C6F2-4266-4213-8BF4-8EA0CDC970FA}"/>
              </a:ext>
            </a:extLst>
          </p:cNvPr>
          <p:cNvSpPr>
            <a:spLocks noGrp="1"/>
          </p:cNvSpPr>
          <p:nvPr>
            <p:ph type="dt" idx="1"/>
          </p:nvPr>
        </p:nvSpPr>
        <p:spPr>
          <a:xfrm>
            <a:off x="3940175" y="0"/>
            <a:ext cx="3013075" cy="466725"/>
          </a:xfrm>
          <a:prstGeom prst="rect">
            <a:avLst/>
          </a:prstGeom>
        </p:spPr>
        <p:txBody>
          <a:bodyPr vert="horz" lIns="92930" tIns="46465" rIns="92930" bIns="46465" rtlCol="0"/>
          <a:lstStyle>
            <a:lvl1pPr algn="r" eaLnBrk="1" fontAlgn="auto" hangingPunct="1">
              <a:spcBef>
                <a:spcPts val="0"/>
              </a:spcBef>
              <a:spcAft>
                <a:spcPts val="0"/>
              </a:spcAft>
              <a:defRPr sz="1200">
                <a:latin typeface="+mn-lt"/>
                <a:cs typeface="+mn-cs"/>
              </a:defRPr>
            </a:lvl1pPr>
          </a:lstStyle>
          <a:p>
            <a:pPr>
              <a:defRPr/>
            </a:pPr>
            <a:fld id="{5AA20220-E8D3-4BE8-9E9D-D5B982467646}" type="datetimeFigureOut">
              <a:rPr lang="en-US"/>
              <a:pPr>
                <a:defRPr/>
              </a:pPr>
              <a:t>8/7/2026</a:t>
            </a:fld>
            <a:endParaRPr lang="en-US"/>
          </a:p>
        </p:txBody>
      </p:sp>
      <p:sp>
        <p:nvSpPr>
          <p:cNvPr id="4" name="Slide Image Placeholder 3">
            <a:extLst>
              <a:ext uri="{FF2B5EF4-FFF2-40B4-BE49-F238E27FC236}">
                <a16:creationId xmlns:a16="http://schemas.microsoft.com/office/drawing/2014/main" id="{8B13A30F-9520-44F4-81B2-1BCC447DE50D}"/>
              </a:ext>
            </a:extLst>
          </p:cNvPr>
          <p:cNvSpPr>
            <a:spLocks noGrp="1" noRot="1" noChangeAspect="1"/>
          </p:cNvSpPr>
          <p:nvPr>
            <p:ph type="sldImg" idx="2"/>
          </p:nvPr>
        </p:nvSpPr>
        <p:spPr>
          <a:xfrm>
            <a:off x="685800" y="1163638"/>
            <a:ext cx="5583238" cy="3141662"/>
          </a:xfrm>
          <a:prstGeom prst="rect">
            <a:avLst/>
          </a:prstGeom>
          <a:noFill/>
          <a:ln w="12700">
            <a:solidFill>
              <a:prstClr val="black"/>
            </a:solidFill>
          </a:ln>
        </p:spPr>
        <p:txBody>
          <a:bodyPr vert="horz" lIns="92930" tIns="46465" rIns="92930" bIns="46465" rtlCol="0" anchor="ctr"/>
          <a:lstStyle/>
          <a:p>
            <a:pPr lvl="0"/>
            <a:endParaRPr lang="en-US" noProof="0"/>
          </a:p>
        </p:txBody>
      </p:sp>
      <p:sp>
        <p:nvSpPr>
          <p:cNvPr id="5" name="Notes Placeholder 4">
            <a:extLst>
              <a:ext uri="{FF2B5EF4-FFF2-40B4-BE49-F238E27FC236}">
                <a16:creationId xmlns:a16="http://schemas.microsoft.com/office/drawing/2014/main" id="{4266252B-3FF1-4DA9-A03B-C61619A4108A}"/>
              </a:ext>
            </a:extLst>
          </p:cNvPr>
          <p:cNvSpPr>
            <a:spLocks noGrp="1"/>
          </p:cNvSpPr>
          <p:nvPr>
            <p:ph type="body" sz="quarter" idx="3"/>
          </p:nvPr>
        </p:nvSpPr>
        <p:spPr>
          <a:xfrm>
            <a:off x="695325" y="4479925"/>
            <a:ext cx="5564188" cy="3665538"/>
          </a:xfrm>
          <a:prstGeom prst="rect">
            <a:avLst/>
          </a:prstGeom>
        </p:spPr>
        <p:txBody>
          <a:bodyPr vert="horz" lIns="92930" tIns="46465" rIns="92930" bIns="46465"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A77DEBF4-55D6-4B92-B2C6-9B4374F6BE7F}"/>
              </a:ext>
            </a:extLst>
          </p:cNvPr>
          <p:cNvSpPr>
            <a:spLocks noGrp="1"/>
          </p:cNvSpPr>
          <p:nvPr>
            <p:ph type="ftr" sz="quarter" idx="4"/>
          </p:nvPr>
        </p:nvSpPr>
        <p:spPr>
          <a:xfrm>
            <a:off x="0" y="8842375"/>
            <a:ext cx="3013075" cy="466725"/>
          </a:xfrm>
          <a:prstGeom prst="rect">
            <a:avLst/>
          </a:prstGeom>
        </p:spPr>
        <p:txBody>
          <a:bodyPr vert="horz" lIns="92930" tIns="46465" rIns="92930" bIns="46465" rtlCol="0" anchor="b"/>
          <a:lstStyle>
            <a:lvl1pPr algn="l" eaLnBrk="1" fontAlgn="auto" hangingPunct="1">
              <a:spcBef>
                <a:spcPts val="0"/>
              </a:spcBef>
              <a:spcAft>
                <a:spcPts val="0"/>
              </a:spcAft>
              <a:defRPr sz="1200">
                <a:latin typeface="+mn-lt"/>
                <a:cs typeface="+mn-cs"/>
              </a:defRPr>
            </a:lvl1pPr>
          </a:lstStyle>
          <a:p>
            <a:pPr>
              <a:defRPr/>
            </a:pPr>
            <a:endParaRPr lang="en-US"/>
          </a:p>
        </p:txBody>
      </p:sp>
      <p:sp>
        <p:nvSpPr>
          <p:cNvPr id="7" name="Slide Number Placeholder 6">
            <a:extLst>
              <a:ext uri="{FF2B5EF4-FFF2-40B4-BE49-F238E27FC236}">
                <a16:creationId xmlns:a16="http://schemas.microsoft.com/office/drawing/2014/main" id="{7B8A1201-67BC-4B63-9687-0E19225243E2}"/>
              </a:ext>
            </a:extLst>
          </p:cNvPr>
          <p:cNvSpPr>
            <a:spLocks noGrp="1"/>
          </p:cNvSpPr>
          <p:nvPr>
            <p:ph type="sldNum" sz="quarter" idx="5"/>
          </p:nvPr>
        </p:nvSpPr>
        <p:spPr>
          <a:xfrm>
            <a:off x="3940175" y="8842375"/>
            <a:ext cx="3013075" cy="466725"/>
          </a:xfrm>
          <a:prstGeom prst="rect">
            <a:avLst/>
          </a:prstGeom>
        </p:spPr>
        <p:txBody>
          <a:bodyPr vert="horz" wrap="square" lIns="92930" tIns="46465" rIns="92930" bIns="46465" numCol="1" anchor="b" anchorCtr="0" compatLnSpc="1">
            <a:prstTxWarp prst="textNoShape">
              <a:avLst/>
            </a:prstTxWarp>
          </a:bodyPr>
          <a:lstStyle>
            <a:lvl1pPr algn="r" eaLnBrk="1" hangingPunct="1">
              <a:defRPr sz="1200"/>
            </a:lvl1pPr>
          </a:lstStyle>
          <a:p>
            <a:pPr>
              <a:defRPr/>
            </a:pPr>
            <a:fld id="{36A1ABE2-8A9C-4371-A477-2D85B6949ADB}" type="slidenum">
              <a:rPr lang="en-US" altLang="en-US"/>
              <a:pPr>
                <a:defRPr/>
              </a:pPr>
              <a:t>‹#›</a:t>
            </a:fld>
            <a:endParaRPr lang="en-US" altLang="en-US"/>
          </a:p>
        </p:txBody>
      </p:sp>
    </p:spTree>
    <p:extLst>
      <p:ext uri="{BB962C8B-B14F-4D97-AF65-F5344CB8AC3E}">
        <p14:creationId xmlns:p14="http://schemas.microsoft.com/office/powerpoint/2010/main" val="330719459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41985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573418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0FB56918-D4B3-422F-BFF9-D10393CB1268}"/>
              </a:ext>
            </a:extLst>
          </p:cNvPr>
          <p:cNvSpPr>
            <a:spLocks noGrp="1"/>
          </p:cNvSpPr>
          <p:nvPr>
            <p:ph type="dt" sz="half" idx="10"/>
          </p:nvPr>
        </p:nvSpPr>
        <p:spPr/>
        <p:txBody>
          <a:bodyPr/>
          <a:lstStyle>
            <a:lvl1pPr>
              <a:defRPr/>
            </a:lvl1pPr>
          </a:lstStyle>
          <a:p>
            <a:pPr>
              <a:defRPr/>
            </a:pPr>
            <a:fld id="{EB984284-C742-4CDE-BCD1-55F1EACCE4BD}" type="datetime1">
              <a:rPr lang="en-US"/>
              <a:pPr>
                <a:defRPr/>
              </a:pPr>
              <a:t>8/7/2026</a:t>
            </a:fld>
            <a:endParaRPr lang="en-US"/>
          </a:p>
        </p:txBody>
      </p:sp>
      <p:sp>
        <p:nvSpPr>
          <p:cNvPr id="5" name="Footer Placeholder 4">
            <a:extLst>
              <a:ext uri="{FF2B5EF4-FFF2-40B4-BE49-F238E27FC236}">
                <a16:creationId xmlns:a16="http://schemas.microsoft.com/office/drawing/2014/main" id="{A082B6A4-3E11-4AFE-97A2-755EDA1DD9B7}"/>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9A2D3FD1-471F-422B-AFB8-CC8FCE5DCE6C}"/>
              </a:ext>
            </a:extLst>
          </p:cNvPr>
          <p:cNvSpPr>
            <a:spLocks noGrp="1"/>
          </p:cNvSpPr>
          <p:nvPr>
            <p:ph type="sldNum" sz="quarter" idx="12"/>
          </p:nvPr>
        </p:nvSpPr>
        <p:spPr/>
        <p:txBody>
          <a:bodyPr/>
          <a:lstStyle>
            <a:lvl1pPr>
              <a:defRPr/>
            </a:lvl1pPr>
          </a:lstStyle>
          <a:p>
            <a:pPr>
              <a:defRPr/>
            </a:pPr>
            <a:fld id="{4FAC8F4A-8BCF-4389-A68F-ABDBB8A38460}" type="slidenum">
              <a:rPr lang="en-US" altLang="en-US"/>
              <a:pPr>
                <a:defRPr/>
              </a:pPr>
              <a:t>‹#›</a:t>
            </a:fld>
            <a:endParaRPr lang="en-US" altLang="en-US"/>
          </a:p>
        </p:txBody>
      </p:sp>
    </p:spTree>
    <p:extLst>
      <p:ext uri="{BB962C8B-B14F-4D97-AF65-F5344CB8AC3E}">
        <p14:creationId xmlns:p14="http://schemas.microsoft.com/office/powerpoint/2010/main" val="3918394844"/>
      </p:ext>
    </p:extLst>
  </p:cSld>
  <p:clrMapOvr>
    <a:masterClrMapping/>
  </p:clrMapOvr>
  <p:transition spd="slow">
    <p:blinds dir="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DB27E7-0E5F-45FD-B9BC-82F6ACE50540}"/>
              </a:ext>
            </a:extLst>
          </p:cNvPr>
          <p:cNvSpPr>
            <a:spLocks noGrp="1"/>
          </p:cNvSpPr>
          <p:nvPr>
            <p:ph type="dt" sz="half" idx="10"/>
          </p:nvPr>
        </p:nvSpPr>
        <p:spPr/>
        <p:txBody>
          <a:bodyPr/>
          <a:lstStyle>
            <a:lvl1pPr>
              <a:defRPr/>
            </a:lvl1pPr>
          </a:lstStyle>
          <a:p>
            <a:pPr>
              <a:defRPr/>
            </a:pPr>
            <a:fld id="{78400D6F-81A6-4CA0-8B3C-34372C62B661}" type="datetime1">
              <a:rPr lang="en-US"/>
              <a:pPr>
                <a:defRPr/>
              </a:pPr>
              <a:t>8/7/2026</a:t>
            </a:fld>
            <a:endParaRPr lang="en-US"/>
          </a:p>
        </p:txBody>
      </p:sp>
      <p:sp>
        <p:nvSpPr>
          <p:cNvPr id="5" name="Footer Placeholder 4">
            <a:extLst>
              <a:ext uri="{FF2B5EF4-FFF2-40B4-BE49-F238E27FC236}">
                <a16:creationId xmlns:a16="http://schemas.microsoft.com/office/drawing/2014/main" id="{B5E0F7A6-907E-418D-ABF6-CE0D106D2569}"/>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0336D880-0EA6-4FCD-A723-C393235639F8}"/>
              </a:ext>
            </a:extLst>
          </p:cNvPr>
          <p:cNvSpPr>
            <a:spLocks noGrp="1"/>
          </p:cNvSpPr>
          <p:nvPr>
            <p:ph type="sldNum" sz="quarter" idx="12"/>
          </p:nvPr>
        </p:nvSpPr>
        <p:spPr/>
        <p:txBody>
          <a:bodyPr/>
          <a:lstStyle>
            <a:lvl1pPr>
              <a:defRPr/>
            </a:lvl1pPr>
          </a:lstStyle>
          <a:p>
            <a:pPr>
              <a:defRPr/>
            </a:pPr>
            <a:fld id="{815EC703-C051-410C-8BA1-62752E291E83}" type="slidenum">
              <a:rPr lang="en-US" altLang="en-US"/>
              <a:pPr>
                <a:defRPr/>
              </a:pPr>
              <a:t>‹#›</a:t>
            </a:fld>
            <a:endParaRPr lang="en-US" altLang="en-US"/>
          </a:p>
        </p:txBody>
      </p:sp>
    </p:spTree>
    <p:extLst>
      <p:ext uri="{BB962C8B-B14F-4D97-AF65-F5344CB8AC3E}">
        <p14:creationId xmlns:p14="http://schemas.microsoft.com/office/powerpoint/2010/main" val="3859887381"/>
      </p:ext>
    </p:extLst>
  </p:cSld>
  <p:clrMapOvr>
    <a:masterClrMapping/>
  </p:clrMapOvr>
  <p:transition spd="slow">
    <p:blinds dir="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7DDAA96-8682-4C88-9622-87E036243D1F}"/>
              </a:ext>
            </a:extLst>
          </p:cNvPr>
          <p:cNvSpPr>
            <a:spLocks noGrp="1"/>
          </p:cNvSpPr>
          <p:nvPr>
            <p:ph type="dt" sz="half" idx="10"/>
          </p:nvPr>
        </p:nvSpPr>
        <p:spPr/>
        <p:txBody>
          <a:bodyPr/>
          <a:lstStyle>
            <a:lvl1pPr>
              <a:defRPr/>
            </a:lvl1pPr>
          </a:lstStyle>
          <a:p>
            <a:pPr>
              <a:defRPr/>
            </a:pPr>
            <a:fld id="{B63234D9-D072-4920-821D-BED01FCB7247}" type="datetime1">
              <a:rPr lang="en-US"/>
              <a:pPr>
                <a:defRPr/>
              </a:pPr>
              <a:t>8/7/2026</a:t>
            </a:fld>
            <a:endParaRPr lang="en-US"/>
          </a:p>
        </p:txBody>
      </p:sp>
      <p:sp>
        <p:nvSpPr>
          <p:cNvPr id="5" name="Footer Placeholder 4">
            <a:extLst>
              <a:ext uri="{FF2B5EF4-FFF2-40B4-BE49-F238E27FC236}">
                <a16:creationId xmlns:a16="http://schemas.microsoft.com/office/drawing/2014/main" id="{F4C29450-6172-4A34-B37F-64FAD195B70A}"/>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363A622E-84FA-417F-BD5A-BE81A4899820}"/>
              </a:ext>
            </a:extLst>
          </p:cNvPr>
          <p:cNvSpPr>
            <a:spLocks noGrp="1"/>
          </p:cNvSpPr>
          <p:nvPr>
            <p:ph type="sldNum" sz="quarter" idx="12"/>
          </p:nvPr>
        </p:nvSpPr>
        <p:spPr/>
        <p:txBody>
          <a:bodyPr/>
          <a:lstStyle>
            <a:lvl1pPr>
              <a:defRPr/>
            </a:lvl1pPr>
          </a:lstStyle>
          <a:p>
            <a:pPr>
              <a:defRPr/>
            </a:pPr>
            <a:fld id="{09A17B78-0E85-43B3-B804-1DD2F629C182}" type="slidenum">
              <a:rPr lang="en-US" altLang="en-US"/>
              <a:pPr>
                <a:defRPr/>
              </a:pPr>
              <a:t>‹#›</a:t>
            </a:fld>
            <a:endParaRPr lang="en-US" altLang="en-US"/>
          </a:p>
        </p:txBody>
      </p:sp>
    </p:spTree>
    <p:extLst>
      <p:ext uri="{BB962C8B-B14F-4D97-AF65-F5344CB8AC3E}">
        <p14:creationId xmlns:p14="http://schemas.microsoft.com/office/powerpoint/2010/main" val="3603603393"/>
      </p:ext>
    </p:extLst>
  </p:cSld>
  <p:clrMapOvr>
    <a:masterClrMapping/>
  </p:clrMapOvr>
  <p:transition spd="slow">
    <p:blinds dir="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a:extLst>
              <a:ext uri="{FF2B5EF4-FFF2-40B4-BE49-F238E27FC236}">
                <a16:creationId xmlns:a16="http://schemas.microsoft.com/office/drawing/2014/main" id="{C0375BCC-EEE9-412B-A532-7314FE84B0C4}"/>
              </a:ext>
            </a:extLst>
          </p:cNvPr>
          <p:cNvSpPr>
            <a:spLocks noGrp="1"/>
          </p:cNvSpPr>
          <p:nvPr>
            <p:ph type="dt" sz="half" idx="10"/>
          </p:nvPr>
        </p:nvSpPr>
        <p:spPr/>
        <p:txBody>
          <a:bodyPr/>
          <a:lstStyle>
            <a:lvl1pPr>
              <a:defRPr/>
            </a:lvl1pPr>
          </a:lstStyle>
          <a:p>
            <a:pPr>
              <a:defRPr/>
            </a:pPr>
            <a:fld id="{74A9FD15-50EB-4E55-A7AC-5D569B5B3C80}" type="datetime1">
              <a:rPr lang="en-US"/>
              <a:pPr>
                <a:defRPr/>
              </a:pPr>
              <a:t>8/7/2026</a:t>
            </a:fld>
            <a:endParaRPr lang="en-US"/>
          </a:p>
        </p:txBody>
      </p:sp>
      <p:sp>
        <p:nvSpPr>
          <p:cNvPr id="6" name="Footer Placeholder 4">
            <a:extLst>
              <a:ext uri="{FF2B5EF4-FFF2-40B4-BE49-F238E27FC236}">
                <a16:creationId xmlns:a16="http://schemas.microsoft.com/office/drawing/2014/main" id="{1E5CB5DD-B599-4B4E-BFCE-CB9E35FBCEB1}"/>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C7CE3315-9445-4BB5-89D3-235E587ABF37}"/>
              </a:ext>
            </a:extLst>
          </p:cNvPr>
          <p:cNvSpPr>
            <a:spLocks noGrp="1"/>
          </p:cNvSpPr>
          <p:nvPr>
            <p:ph type="sldNum" sz="quarter" idx="12"/>
          </p:nvPr>
        </p:nvSpPr>
        <p:spPr/>
        <p:txBody>
          <a:bodyPr/>
          <a:lstStyle>
            <a:lvl1pPr>
              <a:defRPr/>
            </a:lvl1pPr>
          </a:lstStyle>
          <a:p>
            <a:pPr>
              <a:defRPr/>
            </a:pPr>
            <a:fld id="{010EC4D6-2A5D-45C1-86E3-8BE19A62D209}" type="slidenum">
              <a:rPr lang="en-US" altLang="en-US"/>
              <a:pPr>
                <a:defRPr/>
              </a:pPr>
              <a:t>‹#›</a:t>
            </a:fld>
            <a:endParaRPr lang="en-US" altLang="en-US"/>
          </a:p>
        </p:txBody>
      </p:sp>
    </p:spTree>
    <p:extLst>
      <p:ext uri="{BB962C8B-B14F-4D97-AF65-F5344CB8AC3E}">
        <p14:creationId xmlns:p14="http://schemas.microsoft.com/office/powerpoint/2010/main" val="2991645173"/>
      </p:ext>
    </p:extLst>
  </p:cSld>
  <p:clrMapOvr>
    <a:masterClrMapping/>
  </p:clrMapOvr>
  <p:transition spd="slow">
    <p:blinds dir="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a:extLst>
              <a:ext uri="{FF2B5EF4-FFF2-40B4-BE49-F238E27FC236}">
                <a16:creationId xmlns:a16="http://schemas.microsoft.com/office/drawing/2014/main" id="{530AD5EF-C609-4119-B375-3771413B48DE}"/>
              </a:ext>
            </a:extLst>
          </p:cNvPr>
          <p:cNvSpPr>
            <a:spLocks noGrp="1"/>
          </p:cNvSpPr>
          <p:nvPr>
            <p:ph type="dt" sz="half" idx="10"/>
          </p:nvPr>
        </p:nvSpPr>
        <p:spPr/>
        <p:txBody>
          <a:bodyPr/>
          <a:lstStyle>
            <a:lvl1pPr>
              <a:defRPr/>
            </a:lvl1pPr>
          </a:lstStyle>
          <a:p>
            <a:pPr>
              <a:defRPr/>
            </a:pPr>
            <a:fld id="{7C50B61E-D197-4188-943F-30B5936FC2F9}" type="datetime1">
              <a:rPr lang="en-US"/>
              <a:pPr>
                <a:defRPr/>
              </a:pPr>
              <a:t>8/7/2026</a:t>
            </a:fld>
            <a:endParaRPr lang="en-US"/>
          </a:p>
        </p:txBody>
      </p:sp>
      <p:sp>
        <p:nvSpPr>
          <p:cNvPr id="8" name="Footer Placeholder 4">
            <a:extLst>
              <a:ext uri="{FF2B5EF4-FFF2-40B4-BE49-F238E27FC236}">
                <a16:creationId xmlns:a16="http://schemas.microsoft.com/office/drawing/2014/main" id="{88A9EBF0-B7B0-4583-92AB-A3431DE6283E}"/>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283BC57B-A7E4-4277-9D46-579496497245}"/>
              </a:ext>
            </a:extLst>
          </p:cNvPr>
          <p:cNvSpPr>
            <a:spLocks noGrp="1"/>
          </p:cNvSpPr>
          <p:nvPr>
            <p:ph type="sldNum" sz="quarter" idx="12"/>
          </p:nvPr>
        </p:nvSpPr>
        <p:spPr/>
        <p:txBody>
          <a:bodyPr/>
          <a:lstStyle>
            <a:lvl1pPr>
              <a:defRPr/>
            </a:lvl1pPr>
          </a:lstStyle>
          <a:p>
            <a:pPr>
              <a:defRPr/>
            </a:pPr>
            <a:fld id="{F7F6C894-F542-45DE-85A4-2725CE924991}" type="slidenum">
              <a:rPr lang="en-US" altLang="en-US"/>
              <a:pPr>
                <a:defRPr/>
              </a:pPr>
              <a:t>‹#›</a:t>
            </a:fld>
            <a:endParaRPr lang="en-US" altLang="en-US"/>
          </a:p>
        </p:txBody>
      </p:sp>
    </p:spTree>
    <p:extLst>
      <p:ext uri="{BB962C8B-B14F-4D97-AF65-F5344CB8AC3E}">
        <p14:creationId xmlns:p14="http://schemas.microsoft.com/office/powerpoint/2010/main" val="2670619855"/>
      </p:ext>
    </p:extLst>
  </p:cSld>
  <p:clrMapOvr>
    <a:masterClrMapping/>
  </p:clrMapOvr>
  <p:transition spd="slow">
    <p:blinds dir="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a:extLst>
              <a:ext uri="{FF2B5EF4-FFF2-40B4-BE49-F238E27FC236}">
                <a16:creationId xmlns:a16="http://schemas.microsoft.com/office/drawing/2014/main" id="{41D81C82-41E3-4C7D-816C-58F99A1702F2}"/>
              </a:ext>
            </a:extLst>
          </p:cNvPr>
          <p:cNvSpPr>
            <a:spLocks noGrp="1"/>
          </p:cNvSpPr>
          <p:nvPr>
            <p:ph type="dt" sz="half" idx="10"/>
          </p:nvPr>
        </p:nvSpPr>
        <p:spPr/>
        <p:txBody>
          <a:bodyPr/>
          <a:lstStyle>
            <a:lvl1pPr>
              <a:defRPr/>
            </a:lvl1pPr>
          </a:lstStyle>
          <a:p>
            <a:pPr>
              <a:defRPr/>
            </a:pPr>
            <a:fld id="{6BD41E7F-6671-4D2D-B6AD-20E102447CE3}" type="datetime1">
              <a:rPr lang="en-US"/>
              <a:pPr>
                <a:defRPr/>
              </a:pPr>
              <a:t>8/7/2026</a:t>
            </a:fld>
            <a:endParaRPr lang="en-US"/>
          </a:p>
        </p:txBody>
      </p:sp>
      <p:sp>
        <p:nvSpPr>
          <p:cNvPr id="4" name="Footer Placeholder 4">
            <a:extLst>
              <a:ext uri="{FF2B5EF4-FFF2-40B4-BE49-F238E27FC236}">
                <a16:creationId xmlns:a16="http://schemas.microsoft.com/office/drawing/2014/main" id="{21C23C57-193A-4FFE-AF84-5DDAD504531C}"/>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E00AA421-04F3-46DC-9A65-181848BF7FC6}"/>
              </a:ext>
            </a:extLst>
          </p:cNvPr>
          <p:cNvSpPr>
            <a:spLocks noGrp="1"/>
          </p:cNvSpPr>
          <p:nvPr>
            <p:ph type="sldNum" sz="quarter" idx="12"/>
          </p:nvPr>
        </p:nvSpPr>
        <p:spPr/>
        <p:txBody>
          <a:bodyPr/>
          <a:lstStyle>
            <a:lvl1pPr>
              <a:defRPr/>
            </a:lvl1pPr>
          </a:lstStyle>
          <a:p>
            <a:pPr>
              <a:defRPr/>
            </a:pPr>
            <a:fld id="{389318FD-4EEC-4C57-A972-0B24B85155E4}" type="slidenum">
              <a:rPr lang="en-US" altLang="en-US"/>
              <a:pPr>
                <a:defRPr/>
              </a:pPr>
              <a:t>‹#›</a:t>
            </a:fld>
            <a:endParaRPr lang="en-US" altLang="en-US"/>
          </a:p>
        </p:txBody>
      </p:sp>
    </p:spTree>
    <p:extLst>
      <p:ext uri="{BB962C8B-B14F-4D97-AF65-F5344CB8AC3E}">
        <p14:creationId xmlns:p14="http://schemas.microsoft.com/office/powerpoint/2010/main" val="1874775401"/>
      </p:ext>
    </p:extLst>
  </p:cSld>
  <p:clrMapOvr>
    <a:masterClrMapping/>
  </p:clrMapOvr>
  <p:transition spd="slow">
    <p:blinds dir="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3218A1C0-5E86-44FA-96CE-D0C3A0911C5A}"/>
              </a:ext>
            </a:extLst>
          </p:cNvPr>
          <p:cNvSpPr>
            <a:spLocks noGrp="1"/>
          </p:cNvSpPr>
          <p:nvPr>
            <p:ph type="dt" sz="half" idx="10"/>
          </p:nvPr>
        </p:nvSpPr>
        <p:spPr/>
        <p:txBody>
          <a:bodyPr/>
          <a:lstStyle>
            <a:lvl1pPr>
              <a:defRPr/>
            </a:lvl1pPr>
          </a:lstStyle>
          <a:p>
            <a:pPr>
              <a:defRPr/>
            </a:pPr>
            <a:fld id="{FAE11748-68B0-424D-A128-8EE4A2F1567E}" type="datetime1">
              <a:rPr lang="en-US"/>
              <a:pPr>
                <a:defRPr/>
              </a:pPr>
              <a:t>8/7/2026</a:t>
            </a:fld>
            <a:endParaRPr lang="en-US"/>
          </a:p>
        </p:txBody>
      </p:sp>
      <p:sp>
        <p:nvSpPr>
          <p:cNvPr id="3" name="Footer Placeholder 4">
            <a:extLst>
              <a:ext uri="{FF2B5EF4-FFF2-40B4-BE49-F238E27FC236}">
                <a16:creationId xmlns:a16="http://schemas.microsoft.com/office/drawing/2014/main" id="{DC30598B-A85E-40F2-B0F9-CC04D8E3F3EA}"/>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620ADC7C-B221-49C5-9757-EBEBB0F9207F}"/>
              </a:ext>
            </a:extLst>
          </p:cNvPr>
          <p:cNvSpPr>
            <a:spLocks noGrp="1"/>
          </p:cNvSpPr>
          <p:nvPr>
            <p:ph type="sldNum" sz="quarter" idx="12"/>
          </p:nvPr>
        </p:nvSpPr>
        <p:spPr/>
        <p:txBody>
          <a:bodyPr/>
          <a:lstStyle>
            <a:lvl1pPr>
              <a:defRPr/>
            </a:lvl1pPr>
          </a:lstStyle>
          <a:p>
            <a:pPr>
              <a:defRPr/>
            </a:pPr>
            <a:fld id="{2F195F4C-44D2-4F45-A0AC-21646A9D27BF}" type="slidenum">
              <a:rPr lang="en-US" altLang="en-US"/>
              <a:pPr>
                <a:defRPr/>
              </a:pPr>
              <a:t>‹#›</a:t>
            </a:fld>
            <a:endParaRPr lang="en-US" altLang="en-US"/>
          </a:p>
        </p:txBody>
      </p:sp>
    </p:spTree>
    <p:extLst>
      <p:ext uri="{BB962C8B-B14F-4D97-AF65-F5344CB8AC3E}">
        <p14:creationId xmlns:p14="http://schemas.microsoft.com/office/powerpoint/2010/main" val="3579266658"/>
      </p:ext>
    </p:extLst>
  </p:cSld>
  <p:clrMapOvr>
    <a:masterClrMapping/>
  </p:clrMapOvr>
  <p:transition spd="slow">
    <p:blinds dir="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D79DD4CF-015F-4F62-A63C-9D088FAC4792}"/>
              </a:ext>
            </a:extLst>
          </p:cNvPr>
          <p:cNvSpPr>
            <a:spLocks noGrp="1"/>
          </p:cNvSpPr>
          <p:nvPr>
            <p:ph type="dt" sz="half" idx="10"/>
          </p:nvPr>
        </p:nvSpPr>
        <p:spPr/>
        <p:txBody>
          <a:bodyPr/>
          <a:lstStyle>
            <a:lvl1pPr>
              <a:defRPr/>
            </a:lvl1pPr>
          </a:lstStyle>
          <a:p>
            <a:pPr>
              <a:defRPr/>
            </a:pPr>
            <a:fld id="{7094E8B7-7DCF-4AE2-ACBE-26DA6EBB7347}" type="datetime1">
              <a:rPr lang="en-US"/>
              <a:pPr>
                <a:defRPr/>
              </a:pPr>
              <a:t>8/7/2026</a:t>
            </a:fld>
            <a:endParaRPr lang="en-US"/>
          </a:p>
        </p:txBody>
      </p:sp>
      <p:sp>
        <p:nvSpPr>
          <p:cNvPr id="6" name="Footer Placeholder 4">
            <a:extLst>
              <a:ext uri="{FF2B5EF4-FFF2-40B4-BE49-F238E27FC236}">
                <a16:creationId xmlns:a16="http://schemas.microsoft.com/office/drawing/2014/main" id="{9F56518C-25E4-4791-80CF-9603927DE7B7}"/>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646B593C-043B-40F1-98DA-B1906E58EBEB}"/>
              </a:ext>
            </a:extLst>
          </p:cNvPr>
          <p:cNvSpPr>
            <a:spLocks noGrp="1"/>
          </p:cNvSpPr>
          <p:nvPr>
            <p:ph type="sldNum" sz="quarter" idx="12"/>
          </p:nvPr>
        </p:nvSpPr>
        <p:spPr/>
        <p:txBody>
          <a:bodyPr/>
          <a:lstStyle>
            <a:lvl1pPr>
              <a:defRPr/>
            </a:lvl1pPr>
          </a:lstStyle>
          <a:p>
            <a:pPr>
              <a:defRPr/>
            </a:pPr>
            <a:fld id="{7CD429D7-E526-4101-969E-B40B8D8E48CC}" type="slidenum">
              <a:rPr lang="en-US" altLang="en-US"/>
              <a:pPr>
                <a:defRPr/>
              </a:pPr>
              <a:t>‹#›</a:t>
            </a:fld>
            <a:endParaRPr lang="en-US" altLang="en-US"/>
          </a:p>
        </p:txBody>
      </p:sp>
    </p:spTree>
    <p:extLst>
      <p:ext uri="{BB962C8B-B14F-4D97-AF65-F5344CB8AC3E}">
        <p14:creationId xmlns:p14="http://schemas.microsoft.com/office/powerpoint/2010/main" val="3478220043"/>
      </p:ext>
    </p:extLst>
  </p:cSld>
  <p:clrMapOvr>
    <a:masterClrMapping/>
  </p:clrMapOvr>
  <p:transition spd="slow">
    <p:blinds dir="ver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AB5A9D87-E05A-4D16-A703-1E97A8BA2C34}"/>
              </a:ext>
            </a:extLst>
          </p:cNvPr>
          <p:cNvSpPr>
            <a:spLocks noGrp="1"/>
          </p:cNvSpPr>
          <p:nvPr>
            <p:ph type="dt" sz="half" idx="10"/>
          </p:nvPr>
        </p:nvSpPr>
        <p:spPr/>
        <p:txBody>
          <a:bodyPr/>
          <a:lstStyle>
            <a:lvl1pPr>
              <a:defRPr/>
            </a:lvl1pPr>
          </a:lstStyle>
          <a:p>
            <a:pPr>
              <a:defRPr/>
            </a:pPr>
            <a:fld id="{A58AEAC7-C2C3-44AF-AB2E-36A1774D5378}" type="datetime1">
              <a:rPr lang="en-US"/>
              <a:pPr>
                <a:defRPr/>
              </a:pPr>
              <a:t>8/7/2026</a:t>
            </a:fld>
            <a:endParaRPr lang="en-US"/>
          </a:p>
        </p:txBody>
      </p:sp>
      <p:sp>
        <p:nvSpPr>
          <p:cNvPr id="6" name="Footer Placeholder 4">
            <a:extLst>
              <a:ext uri="{FF2B5EF4-FFF2-40B4-BE49-F238E27FC236}">
                <a16:creationId xmlns:a16="http://schemas.microsoft.com/office/drawing/2014/main" id="{50E92F1C-94F6-478A-96CC-20CEB3BF8218}"/>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51659F05-47D4-46F4-A7AC-A02AE18D3546}"/>
              </a:ext>
            </a:extLst>
          </p:cNvPr>
          <p:cNvSpPr>
            <a:spLocks noGrp="1"/>
          </p:cNvSpPr>
          <p:nvPr>
            <p:ph type="sldNum" sz="quarter" idx="12"/>
          </p:nvPr>
        </p:nvSpPr>
        <p:spPr/>
        <p:txBody>
          <a:bodyPr/>
          <a:lstStyle>
            <a:lvl1pPr>
              <a:defRPr/>
            </a:lvl1pPr>
          </a:lstStyle>
          <a:p>
            <a:pPr>
              <a:defRPr/>
            </a:pPr>
            <a:fld id="{D66FD7F1-16F9-4E12-83AD-C4245146BA57}" type="slidenum">
              <a:rPr lang="en-US" altLang="en-US"/>
              <a:pPr>
                <a:defRPr/>
              </a:pPr>
              <a:t>‹#›</a:t>
            </a:fld>
            <a:endParaRPr lang="en-US" altLang="en-US"/>
          </a:p>
        </p:txBody>
      </p:sp>
    </p:spTree>
    <p:extLst>
      <p:ext uri="{BB962C8B-B14F-4D97-AF65-F5344CB8AC3E}">
        <p14:creationId xmlns:p14="http://schemas.microsoft.com/office/powerpoint/2010/main" val="1999370667"/>
      </p:ext>
    </p:extLst>
  </p:cSld>
  <p:clrMapOvr>
    <a:masterClrMapping/>
  </p:clrMapOvr>
  <p:transition spd="slow">
    <p:blinds dir="ver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A0AAE25-87DE-4998-B6CE-F47978987C8B}"/>
              </a:ext>
            </a:extLst>
          </p:cNvPr>
          <p:cNvSpPr>
            <a:spLocks noGrp="1"/>
          </p:cNvSpPr>
          <p:nvPr>
            <p:ph type="dt" sz="half" idx="10"/>
          </p:nvPr>
        </p:nvSpPr>
        <p:spPr/>
        <p:txBody>
          <a:bodyPr/>
          <a:lstStyle>
            <a:lvl1pPr>
              <a:defRPr/>
            </a:lvl1pPr>
          </a:lstStyle>
          <a:p>
            <a:pPr>
              <a:defRPr/>
            </a:pPr>
            <a:fld id="{E702336F-006F-49C3-8FF0-2416E12056BA}" type="datetime1">
              <a:rPr lang="en-US"/>
              <a:pPr>
                <a:defRPr/>
              </a:pPr>
              <a:t>8/7/2026</a:t>
            </a:fld>
            <a:endParaRPr lang="en-US"/>
          </a:p>
        </p:txBody>
      </p:sp>
      <p:sp>
        <p:nvSpPr>
          <p:cNvPr id="5" name="Footer Placeholder 4">
            <a:extLst>
              <a:ext uri="{FF2B5EF4-FFF2-40B4-BE49-F238E27FC236}">
                <a16:creationId xmlns:a16="http://schemas.microsoft.com/office/drawing/2014/main" id="{B0A9861B-6D3E-4215-A3D0-377EC12DA54B}"/>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DEC5A02C-FFC9-401E-8BCD-D06F65B1664C}"/>
              </a:ext>
            </a:extLst>
          </p:cNvPr>
          <p:cNvSpPr>
            <a:spLocks noGrp="1"/>
          </p:cNvSpPr>
          <p:nvPr>
            <p:ph type="sldNum" sz="quarter" idx="12"/>
          </p:nvPr>
        </p:nvSpPr>
        <p:spPr/>
        <p:txBody>
          <a:bodyPr/>
          <a:lstStyle>
            <a:lvl1pPr>
              <a:defRPr/>
            </a:lvl1pPr>
          </a:lstStyle>
          <a:p>
            <a:pPr>
              <a:defRPr/>
            </a:pPr>
            <a:fld id="{F3CA2AFE-CAB8-4467-80DC-C3A4FC1E2718}" type="slidenum">
              <a:rPr lang="en-US" altLang="en-US"/>
              <a:pPr>
                <a:defRPr/>
              </a:pPr>
              <a:t>‹#›</a:t>
            </a:fld>
            <a:endParaRPr lang="en-US" altLang="en-US"/>
          </a:p>
        </p:txBody>
      </p:sp>
    </p:spTree>
    <p:extLst>
      <p:ext uri="{BB962C8B-B14F-4D97-AF65-F5344CB8AC3E}">
        <p14:creationId xmlns:p14="http://schemas.microsoft.com/office/powerpoint/2010/main" val="766143411"/>
      </p:ext>
    </p:extLst>
  </p:cSld>
  <p:clrMapOvr>
    <a:masterClrMapping/>
  </p:clrMapOvr>
  <p:transition spd="slow">
    <p:blinds dir="ver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64B4638-3310-4031-B55D-BE295B1A7BDC}"/>
              </a:ext>
            </a:extLst>
          </p:cNvPr>
          <p:cNvSpPr>
            <a:spLocks noGrp="1"/>
          </p:cNvSpPr>
          <p:nvPr>
            <p:ph type="dt" sz="half" idx="10"/>
          </p:nvPr>
        </p:nvSpPr>
        <p:spPr/>
        <p:txBody>
          <a:bodyPr/>
          <a:lstStyle>
            <a:lvl1pPr>
              <a:defRPr/>
            </a:lvl1pPr>
          </a:lstStyle>
          <a:p>
            <a:pPr>
              <a:defRPr/>
            </a:pPr>
            <a:fld id="{8C683BFA-96BB-4329-BF2F-32F59AFA4E79}" type="datetime1">
              <a:rPr lang="en-US"/>
              <a:pPr>
                <a:defRPr/>
              </a:pPr>
              <a:t>8/7/2026</a:t>
            </a:fld>
            <a:endParaRPr lang="en-US"/>
          </a:p>
        </p:txBody>
      </p:sp>
      <p:sp>
        <p:nvSpPr>
          <p:cNvPr id="5" name="Footer Placeholder 4">
            <a:extLst>
              <a:ext uri="{FF2B5EF4-FFF2-40B4-BE49-F238E27FC236}">
                <a16:creationId xmlns:a16="http://schemas.microsoft.com/office/drawing/2014/main" id="{9BF7728E-C01A-4686-AD71-F7B61E8209D8}"/>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07C71C28-1E00-4F0A-8B9D-A0E460685EFB}"/>
              </a:ext>
            </a:extLst>
          </p:cNvPr>
          <p:cNvSpPr>
            <a:spLocks noGrp="1"/>
          </p:cNvSpPr>
          <p:nvPr>
            <p:ph type="sldNum" sz="quarter" idx="12"/>
          </p:nvPr>
        </p:nvSpPr>
        <p:spPr/>
        <p:txBody>
          <a:bodyPr/>
          <a:lstStyle>
            <a:lvl1pPr>
              <a:defRPr/>
            </a:lvl1pPr>
          </a:lstStyle>
          <a:p>
            <a:pPr>
              <a:defRPr/>
            </a:pPr>
            <a:fld id="{3DDD8426-6957-4B5B-B927-2BE994D1B7C1}" type="slidenum">
              <a:rPr lang="en-US" altLang="en-US"/>
              <a:pPr>
                <a:defRPr/>
              </a:pPr>
              <a:t>‹#›</a:t>
            </a:fld>
            <a:endParaRPr lang="en-US" altLang="en-US"/>
          </a:p>
        </p:txBody>
      </p:sp>
    </p:spTree>
    <p:extLst>
      <p:ext uri="{BB962C8B-B14F-4D97-AF65-F5344CB8AC3E}">
        <p14:creationId xmlns:p14="http://schemas.microsoft.com/office/powerpoint/2010/main" val="289399607"/>
      </p:ext>
    </p:extLst>
  </p:cSld>
  <p:clrMapOvr>
    <a:masterClrMapping/>
  </p:clrMapOvr>
  <p:transition spd="slow">
    <p:blinds dir="vert"/>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D9A3E1B4-65C6-415A-9681-D05B402B0E8D}"/>
              </a:ext>
            </a:extLst>
          </p:cNvPr>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0C566853-DAEB-4CB7-818F-723C37230FEE}"/>
              </a:ext>
            </a:extLst>
          </p:cNvPr>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A04BD739-9829-4F69-BC53-75013DDD185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246687D5-4D00-474F-82B8-FCFBD98170F5}" type="datetime1">
              <a:rPr lang="en-US"/>
              <a:pPr>
                <a:defRPr/>
              </a:pPr>
              <a:t>8/7/2026</a:t>
            </a:fld>
            <a:endParaRPr lang="en-US"/>
          </a:p>
        </p:txBody>
      </p:sp>
      <p:sp>
        <p:nvSpPr>
          <p:cNvPr id="5" name="Footer Placeholder 4">
            <a:extLst>
              <a:ext uri="{FF2B5EF4-FFF2-40B4-BE49-F238E27FC236}">
                <a16:creationId xmlns:a16="http://schemas.microsoft.com/office/drawing/2014/main" id="{505F0A4C-9308-45AA-A1AA-7B038DC01F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a:extLst>
              <a:ext uri="{FF2B5EF4-FFF2-40B4-BE49-F238E27FC236}">
                <a16:creationId xmlns:a16="http://schemas.microsoft.com/office/drawing/2014/main" id="{142AE0DB-89DF-4A35-9269-9E85DEA2E368}"/>
              </a:ext>
            </a:extLst>
          </p:cNvPr>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a:defRPr/>
            </a:pPr>
            <a:fld id="{ADBF7CE3-29D9-4203-A481-45960E76618F}" type="slidenum">
              <a:rPr lang="en-US" altLang="en-US"/>
              <a:pPr>
                <a:defRPr/>
              </a:pPr>
              <a:t>‹#›</a:t>
            </a:fld>
            <a:endParaRPr lang="en-US" altLang="en-US"/>
          </a:p>
        </p:txBody>
      </p:sp>
      <p:pic>
        <p:nvPicPr>
          <p:cNvPr id="1031" name="Picture 7">
            <a:extLst>
              <a:ext uri="{FF2B5EF4-FFF2-40B4-BE49-F238E27FC236}">
                <a16:creationId xmlns:a16="http://schemas.microsoft.com/office/drawing/2014/main" id="{102663E2-6C69-49E4-9FEB-A0ED3DD955FD}"/>
              </a:ext>
            </a:extLst>
          </p:cNvPr>
          <p:cNvPicPr>
            <a:picLocks noChangeAspect="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5153025"/>
            <a:ext cx="12192000" cy="170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231" r:id="rId1"/>
    <p:sldLayoutId id="2147484232" r:id="rId2"/>
    <p:sldLayoutId id="2147484233" r:id="rId3"/>
    <p:sldLayoutId id="2147484234" r:id="rId4"/>
    <p:sldLayoutId id="2147484235" r:id="rId5"/>
    <p:sldLayoutId id="2147484236" r:id="rId6"/>
    <p:sldLayoutId id="2147484237" r:id="rId7"/>
    <p:sldLayoutId id="2147484238" r:id="rId8"/>
    <p:sldLayoutId id="2147484239" r:id="rId9"/>
    <p:sldLayoutId id="2147484240" r:id="rId10"/>
    <p:sldLayoutId id="2147484241" r:id="rId11"/>
  </p:sldLayoutIdLst>
  <p:transition spd="slow">
    <p:blinds dir="vert"/>
  </p:transition>
  <p:hf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90" name="Google Shape;90;p13"/>
          <p:cNvSpPr txBox="1"/>
          <p:nvPr/>
        </p:nvSpPr>
        <p:spPr>
          <a:xfrm>
            <a:off x="6581642" y="1759646"/>
            <a:ext cx="5514300" cy="2020560"/>
          </a:xfrm>
          <a:prstGeom prst="rect">
            <a:avLst/>
          </a:prstGeom>
          <a:noFill/>
          <a:ln>
            <a:noFill/>
          </a:ln>
        </p:spPr>
        <p:txBody>
          <a:bodyPr spcFirstLastPara="1" wrap="square" lIns="91425" tIns="45700" rIns="91425" bIns="45700" anchor="t" anchorCtr="0">
            <a:normAutofit lnSpcReduction="10000"/>
          </a:bodyPr>
          <a:lstStyle/>
          <a:p>
            <a:pPr marL="0" marR="0" lvl="0" indent="0" algn="ctr" rtl="0">
              <a:spcBef>
                <a:spcPts val="0"/>
              </a:spcBef>
              <a:spcAft>
                <a:spcPts val="0"/>
              </a:spcAft>
              <a:buClr>
                <a:srgbClr val="17365D"/>
              </a:buClr>
              <a:buSzPts val="2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a:t>
            </a:r>
            <a:r>
              <a:rPr lang="en-GB" sz="2000" b="1" i="0" u="none" strike="noStrike" cap="none" dirty="0">
                <a:solidFill>
                  <a:schemeClr val="accent2"/>
                </a:solidFill>
                <a:latin typeface="Cambria" panose="02040503050406030204" pitchFamily="18" charset="0"/>
                <a:ea typeface="Cambria" panose="02040503050406030204" pitchFamily="18" charset="0"/>
                <a:cs typeface="Verdana"/>
                <a:sym typeface="Verdana"/>
              </a:rPr>
              <a:t>Supervision</a:t>
            </a: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 of,</a:t>
            </a:r>
          </a:p>
          <a:p>
            <a:pPr marL="0" marR="0" lvl="0" indent="0" algn="ctr" rtl="0">
              <a:spcBef>
                <a:spcPts val="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Mr. </a:t>
            </a:r>
            <a:r>
              <a:rPr lang="en-GB" sz="1700" b="1" i="0" u="none" strike="noStrike" cap="none" dirty="0" err="1">
                <a:solidFill>
                  <a:schemeClr val="accent1"/>
                </a:solidFill>
                <a:latin typeface="Cambria" panose="02040503050406030204" pitchFamily="18" charset="0"/>
                <a:ea typeface="Cambria" panose="02040503050406030204" pitchFamily="18" charset="0"/>
                <a:cs typeface="Verdana"/>
                <a:sym typeface="Verdana"/>
              </a:rPr>
              <a:t>Thummalapalli</a:t>
            </a:r>
            <a:r>
              <a:rPr lang="en-GB" sz="17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 Lakshmi Vara Prasad</a:t>
            </a: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Professor / Associate Professor / Assistant Professor</a:t>
            </a:r>
            <a:endParaRPr lang="en-GB"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508766" y="3780206"/>
            <a:ext cx="11587176"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2000"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a:t>
            </a: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 </a:t>
            </a:r>
            <a:r>
              <a:rPr lang="en-US" sz="2000" b="1" dirty="0">
                <a:solidFill>
                  <a:schemeClr val="accent1"/>
                </a:solidFill>
                <a:latin typeface="Cambria" panose="02040503050406030204" pitchFamily="18" charset="0"/>
                <a:ea typeface="Cambria" panose="02040503050406030204" pitchFamily="18" charset="0"/>
                <a:cs typeface="Verdana"/>
                <a:sym typeface="Verdana"/>
              </a:rPr>
              <a:t> </a:t>
            </a:r>
            <a:r>
              <a:rPr lang="en-US" sz="2000" dirty="0" err="1">
                <a:latin typeface="Cambria" panose="02040503050406030204" pitchFamily="18" charset="0"/>
                <a:ea typeface="Cambria" panose="02040503050406030204" pitchFamily="18" charset="0"/>
                <a:cs typeface="Verdana"/>
                <a:sym typeface="Verdana"/>
              </a:rPr>
              <a:t>B.Tech</a:t>
            </a:r>
            <a:r>
              <a:rPr lang="en-US" sz="2000" dirty="0">
                <a:latin typeface="Cambria" panose="02040503050406030204" pitchFamily="18" charset="0"/>
                <a:ea typeface="Cambria" panose="02040503050406030204" pitchFamily="18" charset="0"/>
                <a:cs typeface="Verdana"/>
                <a:sym typeface="Verdana"/>
              </a:rPr>
              <a:t> </a:t>
            </a:r>
            <a:endParaRPr lang="en-US" sz="2000" i="0" u="none" strike="noStrike" cap="none" dirty="0">
              <a:latin typeface="Cambria" panose="02040503050406030204" pitchFamily="18" charset="0"/>
              <a:ea typeface="Cambria" panose="02040503050406030204" pitchFamily="18" charset="0"/>
              <a:cs typeface="Verdana"/>
              <a:sym typeface="Verdana"/>
            </a:endParaRPr>
          </a:p>
          <a:p>
            <a:pPr marL="0" marR="0" lvl="0" indent="0" rtl="0">
              <a:spcBef>
                <a:spcPts val="0"/>
              </a:spcBef>
              <a:spcAft>
                <a:spcPts val="0"/>
              </a:spcAft>
              <a:buClr>
                <a:srgbClr val="17365D"/>
              </a:buClr>
              <a:buSzPct val="100000"/>
              <a:buFont typeface="Arial"/>
              <a:buNone/>
            </a:pPr>
            <a:r>
              <a:rPr lang="en-US" sz="2000" dirty="0">
                <a:solidFill>
                  <a:schemeClr val="accent1"/>
                </a:solidFill>
                <a:latin typeface="Cambria" panose="02040503050406030204" pitchFamily="18" charset="0"/>
                <a:ea typeface="Cambria" panose="02040503050406030204" pitchFamily="18" charset="0"/>
                <a:cs typeface="Verdana"/>
                <a:sym typeface="Verdana"/>
              </a:rPr>
              <a:t>Name of the HoD</a:t>
            </a:r>
            <a:r>
              <a:rPr lang="en-US" sz="2000" b="1" dirty="0">
                <a:solidFill>
                  <a:schemeClr val="accent1"/>
                </a:solidFill>
                <a:latin typeface="Cambria" panose="02040503050406030204" pitchFamily="18" charset="0"/>
                <a:ea typeface="Cambria" panose="02040503050406030204" pitchFamily="18" charset="0"/>
                <a:cs typeface="Verdana"/>
                <a:sym typeface="Verdana"/>
              </a:rPr>
              <a:t>:  </a:t>
            </a:r>
            <a:r>
              <a:rPr lang="en-US" sz="2000" dirty="0">
                <a:latin typeface="Cambria" panose="02040503050406030204" pitchFamily="18" charset="0"/>
                <a:ea typeface="Cambria" panose="02040503050406030204" pitchFamily="18" charset="0"/>
                <a:cs typeface="Verdana"/>
                <a:sym typeface="Verdana"/>
              </a:rPr>
              <a:t>Dr. Gopal Shyam</a:t>
            </a:r>
          </a:p>
          <a:p>
            <a:pPr marL="0" marR="0" lvl="0" indent="0" rtl="0">
              <a:spcBef>
                <a:spcPts val="0"/>
              </a:spcBef>
              <a:spcAft>
                <a:spcPts val="0"/>
              </a:spcAft>
              <a:buClr>
                <a:srgbClr val="17365D"/>
              </a:buClr>
              <a:buSzPct val="100000"/>
              <a:buFont typeface="Arial"/>
              <a:buNone/>
            </a:pPr>
            <a:r>
              <a:rPr lang="en-US" sz="2000"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Internship Coordinator</a:t>
            </a: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  </a:t>
            </a:r>
            <a:r>
              <a:rPr lang="en-US" sz="2000" i="0" u="none" strike="noStrike" cap="none" dirty="0">
                <a:latin typeface="Cambria" panose="02040503050406030204" pitchFamily="18" charset="0"/>
                <a:ea typeface="Cambria" panose="02040503050406030204" pitchFamily="18" charset="0"/>
                <a:cs typeface="Verdana"/>
                <a:sym typeface="Verdana"/>
              </a:rPr>
              <a:t>Mr.  Pankaj Suman</a:t>
            </a:r>
          </a:p>
          <a:p>
            <a:pPr lvl="0">
              <a:buClr>
                <a:srgbClr val="17365D"/>
              </a:buClr>
              <a:buSzPct val="100000"/>
            </a:pPr>
            <a:r>
              <a:rPr lang="en-US" sz="2000" dirty="0">
                <a:solidFill>
                  <a:schemeClr val="accent1"/>
                </a:solidFill>
                <a:latin typeface="Cambria" panose="02040503050406030204" pitchFamily="18" charset="0"/>
                <a:ea typeface="Cambria" panose="02040503050406030204" pitchFamily="18" charset="0"/>
                <a:cs typeface="Verdana"/>
                <a:sym typeface="Verdana"/>
              </a:rPr>
              <a:t>Name of the School Internship Coordinators</a:t>
            </a:r>
            <a:r>
              <a:rPr lang="en-US" sz="2000" b="1" dirty="0">
                <a:solidFill>
                  <a:schemeClr val="accent1"/>
                </a:solidFill>
                <a:latin typeface="Cambria" panose="02040503050406030204" pitchFamily="18" charset="0"/>
                <a:ea typeface="Cambria" panose="02040503050406030204" pitchFamily="18" charset="0"/>
                <a:cs typeface="Verdana"/>
                <a:sym typeface="Verdana"/>
              </a:rPr>
              <a:t>:    </a:t>
            </a:r>
            <a:r>
              <a:rPr lang="en-US" sz="2000" dirty="0">
                <a:latin typeface="Cambria" panose="02040503050406030204" pitchFamily="18" charset="0"/>
                <a:ea typeface="Cambria" panose="02040503050406030204" pitchFamily="18" charset="0"/>
                <a:cs typeface="Verdana"/>
                <a:sym typeface="Verdana"/>
              </a:rPr>
              <a:t>Dr. Bhuvaneshwari Patil	</a:t>
            </a:r>
            <a:r>
              <a:rPr lang="en-US" sz="2000" b="1" dirty="0">
                <a:latin typeface="Cambria" panose="02040503050406030204" pitchFamily="18" charset="0"/>
                <a:ea typeface="Cambria" panose="02040503050406030204" pitchFamily="18" charset="0"/>
                <a:cs typeface="Verdana"/>
                <a:sym typeface="Verdana"/>
              </a:rPr>
              <a:t>									</a:t>
            </a:r>
            <a:endParaRPr sz="20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
        <p:nvSpPr>
          <p:cNvPr id="9" name="Title 1"/>
          <p:cNvSpPr txBox="1">
            <a:spLocks/>
          </p:cNvSpPr>
          <p:nvPr/>
        </p:nvSpPr>
        <p:spPr>
          <a:xfrm>
            <a:off x="838200" y="130629"/>
            <a:ext cx="10515600" cy="156006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7365D"/>
              </a:buClr>
              <a:buSzPts val="2800"/>
              <a:buFont typeface="Verdana"/>
              <a:buNone/>
              <a:defRPr sz="2800" b="1" i="0" u="none" strike="noStrike" cap="none">
                <a:solidFill>
                  <a:srgbClr val="17365D"/>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r>
              <a:rPr lang="en-US" altLang="en-US" dirty="0">
                <a:solidFill>
                  <a:schemeClr val="accent1">
                    <a:lumMod val="75000"/>
                  </a:schemeClr>
                </a:solidFill>
                <a:latin typeface="Times New Roman" panose="02020603050405020304" pitchFamily="18" charset="0"/>
                <a:cs typeface="Times New Roman" panose="02020603050405020304" pitchFamily="18" charset="0"/>
              </a:rPr>
              <a:t>CSE7000 - INTERNSHIP</a:t>
            </a:r>
            <a:br>
              <a:rPr lang="en-IN" dirty="0">
                <a:solidFill>
                  <a:srgbClr val="FF0000"/>
                </a:solidFill>
                <a:latin typeface="Times New Roman" panose="02020603050405020304" pitchFamily="18" charset="0"/>
                <a:cs typeface="Times New Roman" panose="02020603050405020304" pitchFamily="18" charset="0"/>
              </a:rPr>
            </a:br>
            <a:r>
              <a:rPr lang="en-IN" dirty="0">
                <a:solidFill>
                  <a:srgbClr val="FF0000"/>
                </a:solidFill>
                <a:latin typeface="Times New Roman" panose="02020603050405020304" pitchFamily="18" charset="0"/>
                <a:cs typeface="Times New Roman" panose="02020603050405020304" pitchFamily="18" charset="0"/>
              </a:rPr>
              <a:t>A Presentation on</a:t>
            </a:r>
            <a:r>
              <a:rPr lang="en-US" sz="2400" dirty="0">
                <a:solidFill>
                  <a:srgbClr val="0070C0"/>
                </a:solidFill>
                <a:latin typeface="Times New Roman" panose="02020603050405020304" pitchFamily="18" charset="0"/>
                <a:ea typeface="Tahoma" pitchFamily="34" charset="0"/>
                <a:cs typeface="Times New Roman" panose="02020603050405020304" pitchFamily="18" charset="0"/>
              </a:rPr>
              <a:t> </a:t>
            </a:r>
            <a:br>
              <a:rPr lang="en-US" sz="2400" dirty="0">
                <a:solidFill>
                  <a:srgbClr val="0070C0"/>
                </a:solidFill>
                <a:latin typeface="Times New Roman" panose="02020603050405020304" pitchFamily="18" charset="0"/>
                <a:ea typeface="Tahoma" pitchFamily="34" charset="0"/>
                <a:cs typeface="Times New Roman" panose="02020603050405020304" pitchFamily="18" charset="0"/>
              </a:rPr>
            </a:br>
            <a:r>
              <a:rPr lang="en-US" sz="2400" dirty="0">
                <a:solidFill>
                  <a:srgbClr val="0070C0"/>
                </a:solidFill>
                <a:latin typeface="Times New Roman" panose="02020603050405020304" pitchFamily="18" charset="0"/>
                <a:ea typeface="Tahoma" pitchFamily="34" charset="0"/>
                <a:cs typeface="Times New Roman" panose="02020603050405020304" pitchFamily="18" charset="0"/>
              </a:rPr>
              <a:t>“ </a:t>
            </a:r>
            <a:r>
              <a:rPr lang="en-US" sz="2400" u="sng" dirty="0">
                <a:solidFill>
                  <a:srgbClr val="0070C0"/>
                </a:solidFill>
                <a:latin typeface="Times New Roman" panose="02020603050405020304" pitchFamily="18" charset="0"/>
                <a:ea typeface="Tahoma" pitchFamily="34" charset="0"/>
                <a:cs typeface="Times New Roman" panose="02020603050405020304" pitchFamily="18" charset="0"/>
              </a:rPr>
              <a:t>JAVA FULL STACK </a:t>
            </a:r>
            <a:r>
              <a:rPr lang="en-US" sz="2400" dirty="0">
                <a:solidFill>
                  <a:srgbClr val="0070C0"/>
                </a:solidFill>
                <a:latin typeface="Times New Roman" panose="02020603050405020304" pitchFamily="18" charset="0"/>
                <a:ea typeface="Tahoma" pitchFamily="34" charset="0"/>
                <a:cs typeface="Times New Roman" panose="02020603050405020304" pitchFamily="18" charset="0"/>
              </a:rPr>
              <a:t>“ </a:t>
            </a:r>
            <a:br>
              <a:rPr lang="en-US" sz="2400" dirty="0">
                <a:solidFill>
                  <a:srgbClr val="0070C0"/>
                </a:solidFill>
                <a:latin typeface="Times New Roman" panose="02020603050405020304" pitchFamily="18" charset="0"/>
                <a:ea typeface="Tahoma" pitchFamily="34"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graphicFrame>
        <p:nvGraphicFramePr>
          <p:cNvPr id="10" name="Table 9"/>
          <p:cNvGraphicFramePr>
            <a:graphicFrameLocks noGrp="1"/>
          </p:cNvGraphicFramePr>
          <p:nvPr>
            <p:extLst>
              <p:ext uri="{D42A27DB-BD31-4B8C-83A1-F6EECF244321}">
                <p14:modId xmlns:p14="http://schemas.microsoft.com/office/powerpoint/2010/main" val="2468481358"/>
              </p:ext>
            </p:extLst>
          </p:nvPr>
        </p:nvGraphicFramePr>
        <p:xfrm>
          <a:off x="601909" y="1911875"/>
          <a:ext cx="4884491" cy="1463040"/>
        </p:xfrm>
        <a:graphic>
          <a:graphicData uri="http://schemas.openxmlformats.org/drawingml/2006/table">
            <a:tbl>
              <a:tblPr firstRow="1" bandRow="1">
                <a:tableStyleId>{5C22544A-7EE6-4342-B048-85BDC9FD1C3A}</a:tableStyleId>
              </a:tblPr>
              <a:tblGrid>
                <a:gridCol w="1371270">
                  <a:extLst>
                    <a:ext uri="{9D8B030D-6E8A-4147-A177-3AD203B41FA5}">
                      <a16:colId xmlns:a16="http://schemas.microsoft.com/office/drawing/2014/main" val="2689928737"/>
                    </a:ext>
                  </a:extLst>
                </a:gridCol>
                <a:gridCol w="3513221">
                  <a:extLst>
                    <a:ext uri="{9D8B030D-6E8A-4147-A177-3AD203B41FA5}">
                      <a16:colId xmlns:a16="http://schemas.microsoft.com/office/drawing/2014/main" val="3965538731"/>
                    </a:ext>
                  </a:extLst>
                </a:gridCol>
              </a:tblGrid>
              <a:tr h="362263">
                <a:tc gridSpan="2">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Student Details</a:t>
                      </a:r>
                    </a:p>
                  </a:txBody>
                  <a:tcPr/>
                </a:tc>
                <a:tc hMerge="1">
                  <a:txBody>
                    <a:bodyPr/>
                    <a:lstStyle/>
                    <a:p>
                      <a:pPr algn="ct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65105319"/>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Name</a:t>
                      </a:r>
                    </a:p>
                  </a:txBody>
                  <a:tcPr/>
                </a:tc>
                <a:tc>
                  <a:txBody>
                    <a:bodyPr/>
                    <a:lstStyle/>
                    <a:p>
                      <a:pPr algn="l"/>
                      <a:r>
                        <a:rPr lang="en-US" dirty="0">
                          <a:latin typeface="Cambria" panose="02040503050406030204" pitchFamily="18" charset="0"/>
                          <a:ea typeface="Cambria" panose="02040503050406030204" pitchFamily="18" charset="0"/>
                          <a:cs typeface="Times New Roman" panose="02020603050405020304" pitchFamily="18" charset="0"/>
                        </a:rPr>
                        <a:t>Sudeep Kammar </a:t>
                      </a:r>
                    </a:p>
                  </a:txBody>
                  <a:tcPr/>
                </a:tc>
                <a:extLst>
                  <a:ext uri="{0D108BD9-81ED-4DB2-BD59-A6C34878D82A}">
                    <a16:rowId xmlns:a16="http://schemas.microsoft.com/office/drawing/2014/main" val="673540802"/>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Roll No</a:t>
                      </a:r>
                    </a:p>
                  </a:txBody>
                  <a:tcPr/>
                </a:tc>
                <a:tc>
                  <a:txBody>
                    <a:bodyPr/>
                    <a:lstStyle/>
                    <a:p>
                      <a:pPr algn="l"/>
                      <a:r>
                        <a:rPr lang="en-US" dirty="0">
                          <a:latin typeface="Cambria" panose="02040503050406030204" pitchFamily="18" charset="0"/>
                          <a:ea typeface="Cambria" panose="02040503050406030204" pitchFamily="18" charset="0"/>
                          <a:cs typeface="Times New Roman" panose="02020603050405020304" pitchFamily="18" charset="0"/>
                        </a:rPr>
                        <a:t>20241ISE0052</a:t>
                      </a:r>
                    </a:p>
                  </a:txBody>
                  <a:tcPr/>
                </a:tc>
                <a:extLst>
                  <a:ext uri="{0D108BD9-81ED-4DB2-BD59-A6C34878D82A}">
                    <a16:rowId xmlns:a16="http://schemas.microsoft.com/office/drawing/2014/main" val="1825509489"/>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Section</a:t>
                      </a:r>
                    </a:p>
                  </a:txBody>
                  <a:tcPr/>
                </a:tc>
                <a:tc>
                  <a:txBody>
                    <a:bodyPr/>
                    <a:lstStyle/>
                    <a:p>
                      <a:pPr algn="l"/>
                      <a:r>
                        <a:rPr lang="en-US" dirty="0">
                          <a:latin typeface="Cambria" panose="02040503050406030204" pitchFamily="18" charset="0"/>
                          <a:ea typeface="Cambria" panose="02040503050406030204" pitchFamily="18" charset="0"/>
                          <a:cs typeface="Times New Roman" panose="02020603050405020304" pitchFamily="18" charset="0"/>
                        </a:rPr>
                        <a:t>5ISE01</a:t>
                      </a:r>
                    </a:p>
                  </a:txBody>
                  <a:tcPr/>
                </a:tc>
                <a:extLst>
                  <a:ext uri="{0D108BD9-81ED-4DB2-BD59-A6C34878D82A}">
                    <a16:rowId xmlns:a16="http://schemas.microsoft.com/office/drawing/2014/main" val="1278268189"/>
                  </a:ext>
                </a:extLst>
              </a:tr>
            </a:tbl>
          </a:graphicData>
        </a:graphic>
      </p:graphicFrame>
    </p:spTree>
    <p:extLst>
      <p:ext uri="{BB962C8B-B14F-4D97-AF65-F5344CB8AC3E}">
        <p14:creationId xmlns:p14="http://schemas.microsoft.com/office/powerpoint/2010/main" val="3090239800"/>
      </p:ext>
    </p:extLst>
  </p:cSld>
  <p:clrMapOvr>
    <a:masterClrMapping/>
  </p:clrMapOvr>
  <p:transition spd="slow">
    <p:blinds dir="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br>
              <a:rPr lang="en-GB" sz="4000" dirty="0">
                <a:latin typeface="Cambria" panose="02040503050406030204" pitchFamily="18" charset="0"/>
                <a:ea typeface="Cambria" panose="02040503050406030204" pitchFamily="18" charset="0"/>
              </a:rPr>
            </a:br>
            <a:r>
              <a:rPr lang="en-GB" sz="4000" dirty="0">
                <a:latin typeface="Cambria" panose="02040503050406030204" pitchFamily="18" charset="0"/>
                <a:ea typeface="Cambria" panose="02040503050406030204" pitchFamily="18" charset="0"/>
              </a:rPr>
              <a:t>Content</a:t>
            </a:r>
            <a:endParaRPr sz="4000"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78759" y="762138"/>
            <a:ext cx="10668000" cy="4271209"/>
          </a:xfrm>
          <a:prstGeom prst="rect">
            <a:avLst/>
          </a:prstGeom>
          <a:noFill/>
          <a:ln>
            <a:noFill/>
          </a:ln>
        </p:spPr>
        <p:txBody>
          <a:bodyPr spcFirstLastPara="1" wrap="square" lIns="91425" tIns="45700" rIns="91425" bIns="45700" anchor="t" anchorCtr="0">
            <a:noAutofit/>
          </a:bodyPr>
          <a:lstStyle/>
          <a:p>
            <a:pPr marL="495300" indent="-342900" algn="just">
              <a:lnSpc>
                <a:spcPct val="150000"/>
              </a:lnSpc>
              <a:spcBef>
                <a:spcPts val="0"/>
              </a:spcBef>
              <a:buFont typeface="Wingdings" panose="05000000000000000000" pitchFamily="2" charset="2"/>
              <a:buChar char="Ø"/>
            </a:pPr>
            <a:endParaRPr lang="en-US" sz="2000" b="1" dirty="0">
              <a:solidFill>
                <a:srgbClr val="0070C0"/>
              </a:solidFill>
              <a:latin typeface="Times New Roman" panose="02020603050405020304" pitchFamily="18" charset="0"/>
              <a:cs typeface="Times New Roman" panose="02020603050405020304" pitchFamily="18" charset="0"/>
            </a:endParaRPr>
          </a:p>
          <a:p>
            <a:pPr marL="495300" indent="-342900" algn="just">
              <a:lnSpc>
                <a:spcPct val="150000"/>
              </a:lnSpc>
              <a:spcBef>
                <a:spcPts val="0"/>
              </a:spcBef>
              <a:buFont typeface="Wingdings" panose="05000000000000000000" pitchFamily="2" charset="2"/>
              <a:buChar char="Ø"/>
            </a:pPr>
            <a:r>
              <a:rPr lang="en-US" sz="2000" b="1" dirty="0">
                <a:solidFill>
                  <a:srgbClr val="0070C0"/>
                </a:solidFill>
                <a:latin typeface="Times New Roman" panose="02020603050405020304" pitchFamily="18" charset="0"/>
                <a:cs typeface="Times New Roman" panose="02020603050405020304" pitchFamily="18" charset="0"/>
              </a:rPr>
              <a:t>About Company or Organization</a:t>
            </a:r>
          </a:p>
          <a:p>
            <a:pPr marL="495300" indent="-342900" algn="just">
              <a:lnSpc>
                <a:spcPct val="15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Working domain or the Technology</a:t>
            </a:r>
            <a:endParaRPr lang="en-US" sz="2000" dirty="0">
              <a:latin typeface="Cambria" panose="02040503050406030204" pitchFamily="18" charset="0"/>
              <a:ea typeface="Cambria" panose="02040503050406030204" pitchFamily="18" charset="0"/>
            </a:endParaRPr>
          </a:p>
          <a:p>
            <a:pPr marL="495300" indent="-342900" algn="just">
              <a:lnSpc>
                <a:spcPct val="15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Objectives of the work</a:t>
            </a:r>
          </a:p>
          <a:p>
            <a:pPr marL="495300" indent="-342900" algn="just">
              <a:lnSpc>
                <a:spcPct val="15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Methodology Used / Course Description</a:t>
            </a:r>
          </a:p>
          <a:p>
            <a:pPr marL="495300" indent="-342900" algn="just">
              <a:lnSpc>
                <a:spcPct val="15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ea typeface="Cambria" panose="02040503050406030204" pitchFamily="18" charset="0"/>
                <a:cs typeface="Times New Roman" panose="02020603050405020304" pitchFamily="18" charset="0"/>
              </a:rPr>
              <a:t>Results (Optional)</a:t>
            </a:r>
            <a:endParaRPr lang="en-IN" sz="2000" dirty="0">
              <a:latin typeface="Cambria" panose="02040503050406030204" pitchFamily="18" charset="0"/>
              <a:ea typeface="Cambria" panose="02040503050406030204" pitchFamily="18" charset="0"/>
            </a:endParaRPr>
          </a:p>
          <a:p>
            <a:pPr marL="495300" indent="-342900" algn="just">
              <a:lnSpc>
                <a:spcPct val="150000"/>
              </a:lnSpc>
              <a:spcBef>
                <a:spcPts val="0"/>
              </a:spcBef>
              <a:buFont typeface="Wingdings" panose="05000000000000000000" pitchFamily="2" charset="2"/>
              <a:buChar char="Ø"/>
            </a:pPr>
            <a:r>
              <a:rPr lang="en-IN" sz="2000" b="1" dirty="0">
                <a:solidFill>
                  <a:schemeClr val="accent1">
                    <a:lumMod val="75000"/>
                  </a:schemeClr>
                </a:solidFill>
                <a:latin typeface="Cambria" panose="02040503050406030204" pitchFamily="18" charset="0"/>
                <a:ea typeface="Cambria" panose="02040503050406030204" pitchFamily="18" charset="0"/>
                <a:cs typeface="Times New Roman" panose="02020603050405020304" pitchFamily="18" charset="0"/>
              </a:rPr>
              <a:t>Conclusion</a:t>
            </a:r>
            <a:endParaRPr lang="en-IN" sz="2000" b="1" dirty="0">
              <a:solidFill>
                <a:schemeClr val="accent1">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34648573"/>
      </p:ext>
    </p:extLst>
  </p:cSld>
  <p:clrMapOvr>
    <a:masterClrMapping/>
  </p:clrMapOvr>
  <p:transition spd="slow">
    <p:blinds dir="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9904"/>
          </a:xfrm>
        </p:spPr>
        <p:txBody>
          <a:bodyPr/>
          <a:lstStyle/>
          <a:p>
            <a:r>
              <a:rPr lang="en-US" sz="2800" b="1" dirty="0">
                <a:solidFill>
                  <a:srgbClr val="0070C0"/>
                </a:solidFill>
                <a:latin typeface="Times New Roman" panose="02020603050405020304" pitchFamily="18" charset="0"/>
                <a:cs typeface="Times New Roman" panose="02020603050405020304" pitchFamily="18" charset="0"/>
              </a:rPr>
              <a:t>About Company or Organization</a:t>
            </a:r>
          </a:p>
        </p:txBody>
      </p:sp>
      <p:sp>
        <p:nvSpPr>
          <p:cNvPr id="3" name="Content Placeholder 2"/>
          <p:cNvSpPr>
            <a:spLocks noGrp="1"/>
          </p:cNvSpPr>
          <p:nvPr>
            <p:ph idx="1"/>
          </p:nvPr>
        </p:nvSpPr>
        <p:spPr>
          <a:xfrm>
            <a:off x="419100" y="1139921"/>
            <a:ext cx="11353800" cy="4208895"/>
          </a:xfrm>
        </p:spPr>
        <p:txBody>
          <a:bodyPr/>
          <a:lstStyle/>
          <a:p>
            <a:pPr marL="914400" lvl="2" indent="0">
              <a:buNone/>
            </a:pPr>
            <a:r>
              <a:rPr lang="en-US" sz="3200" b="1" dirty="0">
                <a:solidFill>
                  <a:schemeClr val="accent4">
                    <a:lumMod val="50000"/>
                  </a:schemeClr>
                </a:solidFill>
                <a:latin typeface="Times New Roman" panose="02020603050405020304" pitchFamily="18" charset="0"/>
                <a:cs typeface="Times New Roman" panose="02020603050405020304" pitchFamily="18" charset="0"/>
              </a:rPr>
              <a:t>			</a:t>
            </a:r>
            <a:r>
              <a:rPr lang="en-US" sz="2800" b="1" u="sng" dirty="0">
                <a:solidFill>
                  <a:schemeClr val="accent4">
                    <a:lumMod val="50000"/>
                  </a:schemeClr>
                </a:solidFill>
                <a:latin typeface="Times New Roman" panose="02020603050405020304" pitchFamily="18" charset="0"/>
                <a:cs typeface="Times New Roman" panose="02020603050405020304" pitchFamily="18" charset="0"/>
              </a:rPr>
              <a:t>ABEYAANTRIX EDUSOFT   </a:t>
            </a:r>
            <a:endParaRPr lang="en-US" sz="3200" b="1" u="sng" dirty="0">
              <a:solidFill>
                <a:schemeClr val="accent4">
                  <a:lumMod val="50000"/>
                </a:schemeClr>
              </a:solidFill>
              <a:latin typeface="Times New Roman" panose="02020603050405020304" pitchFamily="18" charset="0"/>
              <a:cs typeface="Times New Roman" panose="02020603050405020304" pitchFamily="18" charset="0"/>
            </a:endParaRPr>
          </a:p>
          <a:p>
            <a:pPr marL="914400" lvl="2" indent="0">
              <a:buNone/>
            </a:pPr>
            <a:r>
              <a:rPr lang="en-US" sz="3200" b="1" dirty="0">
                <a:solidFill>
                  <a:schemeClr val="accent4">
                    <a:lumMod val="50000"/>
                  </a:schemeClr>
                </a:solidFill>
                <a:latin typeface="Times New Roman" panose="02020603050405020304" pitchFamily="18" charset="0"/>
                <a:cs typeface="Times New Roman" panose="02020603050405020304" pitchFamily="18" charset="0"/>
              </a:rPr>
              <a:t>		       	       </a:t>
            </a:r>
            <a:r>
              <a:rPr lang="en-US" sz="2400" b="1" dirty="0">
                <a:solidFill>
                  <a:schemeClr val="accent4">
                    <a:lumMod val="50000"/>
                  </a:schemeClr>
                </a:solidFill>
                <a:latin typeface="Times New Roman" panose="02020603050405020304" pitchFamily="18" charset="0"/>
                <a:cs typeface="Times New Roman" panose="02020603050405020304" pitchFamily="18" charset="0"/>
              </a:rPr>
              <a:t>Reshaping Engineers!  </a:t>
            </a:r>
            <a:endParaRPr lang="en-US" sz="3200" b="1" dirty="0">
              <a:solidFill>
                <a:schemeClr val="accent4">
                  <a:lumMod val="50000"/>
                </a:schemeClr>
              </a:solidFill>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An Edtech company registered under MSME, STARTUP INDIA, AICTE, VTU</a:t>
            </a:r>
            <a:endParaRPr lang="en-US" sz="2000" b="1" dirty="0">
              <a:latin typeface="Times New Roman" panose="02020603050405020304" pitchFamily="18" charset="0"/>
              <a:cs typeface="Times New Roman" panose="02020603050405020304" pitchFamily="18" charset="0"/>
            </a:endParaRPr>
          </a:p>
          <a:p>
            <a:pPr marL="0" indent="0">
              <a:buNone/>
            </a:pPr>
            <a:r>
              <a:rPr lang="en-US" sz="2000" b="1" dirty="0">
                <a:latin typeface="Times New Roman" panose="02020603050405020304" pitchFamily="18" charset="0"/>
                <a:cs typeface="Times New Roman" panose="02020603050405020304" pitchFamily="18" charset="0"/>
              </a:rPr>
              <a:t>				           </a:t>
            </a:r>
            <a:r>
              <a:rPr lang="en-US" sz="1800" b="1" u="sng" dirty="0">
                <a:latin typeface="Times New Roman" panose="02020603050405020304" pitchFamily="18" charset="0"/>
                <a:cs typeface="Times New Roman" panose="02020603050405020304" pitchFamily="18" charset="0"/>
              </a:rPr>
              <a:t>7 YEARS OF EXCELLENCE! </a:t>
            </a:r>
          </a:p>
          <a:p>
            <a:pPr lvl="1"/>
            <a:r>
              <a:rPr lang="en-US" sz="2000" dirty="0" err="1">
                <a:latin typeface="Times New Roman" panose="02020603050405020304" pitchFamily="18" charset="0"/>
                <a:cs typeface="Times New Roman" panose="02020603050405020304" pitchFamily="18" charset="0"/>
              </a:rPr>
              <a:t>Abeyaantrix</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Edusoft</a:t>
            </a:r>
            <a:r>
              <a:rPr lang="en-US" sz="2000" dirty="0">
                <a:latin typeface="Times New Roman" panose="02020603050405020304" pitchFamily="18" charset="0"/>
                <a:cs typeface="Times New Roman" panose="02020603050405020304" pitchFamily="18" charset="0"/>
              </a:rPr>
              <a:t>, founded by a group of highly experienced technocrats with a background in both hardware and software, boasts over two decades of collective expertise.</a:t>
            </a:r>
            <a:endParaRPr lang="en-IN" sz="2000" dirty="0">
              <a:latin typeface="Times New Roman" panose="02020603050405020304" pitchFamily="18" charset="0"/>
              <a:cs typeface="Times New Roman" panose="02020603050405020304" pitchFamily="18" charset="0"/>
            </a:endParaRPr>
          </a:p>
          <a:p>
            <a:pPr lvl="1"/>
            <a:r>
              <a:rPr lang="en-IN" sz="2000" dirty="0">
                <a:latin typeface="Times New Roman" panose="02020603050405020304" pitchFamily="18" charset="0"/>
                <a:cs typeface="Times New Roman" panose="02020603050405020304" pitchFamily="18" charset="0"/>
              </a:rPr>
              <a:t>Established with the vision of providing advanced technology solutions and technical training. </a:t>
            </a:r>
          </a:p>
          <a:p>
            <a:pPr lvl="1"/>
            <a:r>
              <a:rPr lang="en-IN" sz="2000" dirty="0">
                <a:latin typeface="Times New Roman" panose="02020603050405020304" pitchFamily="18" charset="0"/>
                <a:cs typeface="Times New Roman" panose="02020603050405020304" pitchFamily="18" charset="0"/>
              </a:rPr>
              <a:t>Founded by experienced technocrats with expertise in hardware and software. </a:t>
            </a:r>
          </a:p>
          <a:p>
            <a:pPr lvl="1"/>
            <a:r>
              <a:rPr lang="en-IN" sz="2000" dirty="0">
                <a:latin typeface="Times New Roman" panose="02020603050405020304" pitchFamily="18" charset="0"/>
                <a:cs typeface="Times New Roman" panose="02020603050405020304" pitchFamily="18" charset="0"/>
              </a:rPr>
              <a:t>Focuses on Embedded Systems, IoT, Machine Learning, Digital Signal Processing, Image Processing, and Web Technologies.</a:t>
            </a:r>
          </a:p>
          <a:p>
            <a:pPr marL="0" indent="0">
              <a:buNone/>
            </a:pPr>
            <a:endParaRPr lang="en-US" sz="2000" b="1" dirty="0">
              <a:latin typeface="Times New Roman" panose="02020603050405020304" pitchFamily="18" charset="0"/>
              <a:cs typeface="Times New Roman" panose="02020603050405020304" pitchFamily="18" charset="0"/>
            </a:endParaRPr>
          </a:p>
          <a:p>
            <a:pPr marL="0" indent="0">
              <a:buNone/>
            </a:pPr>
            <a:endParaRPr lang="en-US" sz="2000" b="1" dirty="0">
              <a:latin typeface="Times New Roman" panose="02020603050405020304" pitchFamily="18" charset="0"/>
              <a:cs typeface="Times New Roman" panose="02020603050405020304" pitchFamily="18" charset="0"/>
            </a:endParaRPr>
          </a:p>
          <a:p>
            <a:pPr marL="0" indent="0">
              <a:buNone/>
            </a:pPr>
            <a:endParaRPr lang="en-US" sz="2000" b="1" dirty="0">
              <a:latin typeface="Times New Roman" panose="02020603050405020304" pitchFamily="18" charset="0"/>
              <a:cs typeface="Times New Roman" panose="02020603050405020304" pitchFamily="18" charset="0"/>
            </a:endParaRPr>
          </a:p>
          <a:p>
            <a:pPr marL="0" indent="0">
              <a:buNone/>
            </a:pPr>
            <a:endParaRPr lang="en-US" sz="2000" b="1" dirty="0">
              <a:latin typeface="Times New Roman" panose="02020603050405020304" pitchFamily="18" charset="0"/>
              <a:cs typeface="Times New Roman" panose="02020603050405020304" pitchFamily="18" charset="0"/>
            </a:endParaRPr>
          </a:p>
          <a:p>
            <a:pPr marL="0" indent="0">
              <a:buNone/>
            </a:pPr>
            <a:endParaRPr lang="en-US" sz="2000" b="1" dirty="0">
              <a:latin typeface="Times New Roman" panose="02020603050405020304" pitchFamily="18" charset="0"/>
              <a:cs typeface="Times New Roman" panose="02020603050405020304" pitchFamily="18" charset="0"/>
            </a:endParaRPr>
          </a:p>
          <a:p>
            <a:pPr marL="0" indent="0">
              <a:buNone/>
            </a:pPr>
            <a:endParaRPr lang="en-US" sz="2000" b="1" dirty="0">
              <a:latin typeface="Times New Roman" panose="02020603050405020304" pitchFamily="18" charset="0"/>
              <a:cs typeface="Times New Roman" panose="02020603050405020304" pitchFamily="18" charset="0"/>
            </a:endParaRPr>
          </a:p>
          <a:p>
            <a:pPr marL="0" indent="0">
              <a:buNone/>
            </a:pPr>
            <a:endParaRPr lang="en-US" sz="2000" b="1" dirty="0">
              <a:latin typeface="Times New Roman" panose="02020603050405020304" pitchFamily="18" charset="0"/>
              <a:cs typeface="Times New Roman" panose="02020603050405020304" pitchFamily="18" charset="0"/>
            </a:endParaRPr>
          </a:p>
          <a:p>
            <a:pPr marL="0" indent="0">
              <a:buNone/>
            </a:pPr>
            <a:endParaRPr lang="en-US" sz="2000" b="1" dirty="0">
              <a:latin typeface="Times New Roman" panose="02020603050405020304" pitchFamily="18" charset="0"/>
              <a:cs typeface="Times New Roman" panose="02020603050405020304" pitchFamily="18" charset="0"/>
            </a:endParaRPr>
          </a:p>
          <a:p>
            <a:pPr marL="0" indent="0">
              <a:buNone/>
            </a:pPr>
            <a:endParaRPr lang="en-US" sz="2000" b="1" dirty="0">
              <a:latin typeface="Times New Roman" panose="02020603050405020304" pitchFamily="18" charset="0"/>
              <a:cs typeface="Times New Roman" panose="02020603050405020304" pitchFamily="18" charset="0"/>
            </a:endParaRPr>
          </a:p>
          <a:p>
            <a:pPr marL="0" indent="0">
              <a:buNone/>
            </a:pPr>
            <a:endParaRPr lang="en-US" sz="2000" b="1" dirty="0">
              <a:latin typeface="Times New Roman" panose="02020603050405020304" pitchFamily="18" charset="0"/>
              <a:cs typeface="Times New Roman" panose="02020603050405020304" pitchFamily="18" charset="0"/>
            </a:endParaRPr>
          </a:p>
          <a:p>
            <a:pPr marL="0" indent="0">
              <a:buNone/>
            </a:pPr>
            <a:endParaRPr lang="en-US" sz="2000" b="1" dirty="0">
              <a:latin typeface="Times New Roman" panose="02020603050405020304" pitchFamily="18" charset="0"/>
              <a:cs typeface="Times New Roman" panose="02020603050405020304" pitchFamily="18" charset="0"/>
            </a:endParaRPr>
          </a:p>
          <a:p>
            <a:pPr marL="0" indent="0">
              <a:buNone/>
            </a:pPr>
            <a:endParaRPr lang="en-US" sz="2000" b="1" dirty="0">
              <a:latin typeface="Times New Roman" panose="02020603050405020304" pitchFamily="18" charset="0"/>
              <a:cs typeface="Times New Roman" panose="02020603050405020304" pitchFamily="18" charset="0"/>
            </a:endParaRPr>
          </a:p>
          <a:p>
            <a:pPr marL="0" indent="0">
              <a:buNone/>
            </a:pPr>
            <a:endParaRPr lang="en-US" sz="2000" b="1" dirty="0">
              <a:latin typeface="Times New Roman" panose="02020603050405020304" pitchFamily="18" charset="0"/>
              <a:cs typeface="Times New Roman" panose="02020603050405020304" pitchFamily="18" charset="0"/>
            </a:endParaRPr>
          </a:p>
          <a:p>
            <a:pPr marL="0" indent="0">
              <a:buNone/>
            </a:pPr>
            <a:endParaRPr lang="en-US" sz="2000" b="1" dirty="0">
              <a:latin typeface="Times New Roman" panose="02020603050405020304" pitchFamily="18" charset="0"/>
              <a:cs typeface="Times New Roman" panose="02020603050405020304" pitchFamily="18" charset="0"/>
            </a:endParaRPr>
          </a:p>
          <a:p>
            <a:pPr marL="0" indent="0">
              <a:buNone/>
            </a:pPr>
            <a:endParaRPr lang="en-US" sz="2000" b="1"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3</a:t>
            </a:fld>
            <a:endParaRPr lang="en-US" altLang="en-US"/>
          </a:p>
        </p:txBody>
      </p:sp>
    </p:spTree>
    <p:extLst>
      <p:ext uri="{BB962C8B-B14F-4D97-AF65-F5344CB8AC3E}">
        <p14:creationId xmlns:p14="http://schemas.microsoft.com/office/powerpoint/2010/main" val="816428933"/>
      </p:ext>
    </p:extLst>
  </p:cSld>
  <p:clrMapOvr>
    <a:masterClrMapping/>
  </p:clrMapOvr>
  <p:transition spd="slow">
    <p:blinds dir="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B39ECD-0273-FFF3-E24E-8E345A306F37}"/>
              </a:ext>
            </a:extLst>
          </p:cNvPr>
          <p:cNvSpPr>
            <a:spLocks noGrp="1"/>
          </p:cNvSpPr>
          <p:nvPr>
            <p:ph idx="1"/>
          </p:nvPr>
        </p:nvSpPr>
        <p:spPr>
          <a:xfrm>
            <a:off x="0" y="0"/>
            <a:ext cx="4045058" cy="5145437"/>
          </a:xfrm>
        </p:spPr>
        <p:txBody>
          <a:bodyPr/>
          <a:lstStyle/>
          <a:p>
            <a:pPr marL="0" indent="0">
              <a:buNone/>
            </a:pPr>
            <a:endParaRPr lang="en-IN" sz="2400" b="1" dirty="0">
              <a:latin typeface="Times New Roman" panose="02020603050405020304" pitchFamily="18" charset="0"/>
              <a:cs typeface="Times New Roman" panose="02020603050405020304" pitchFamily="18" charset="0"/>
            </a:endParaRPr>
          </a:p>
          <a:p>
            <a:pPr marL="0" indent="0">
              <a:buNone/>
            </a:pPr>
            <a:r>
              <a:rPr lang="en-IN" sz="2000" b="1" dirty="0">
                <a:latin typeface="Times New Roman" panose="02020603050405020304" pitchFamily="18" charset="0"/>
                <a:cs typeface="Times New Roman" panose="02020603050405020304" pitchFamily="18" charset="0"/>
              </a:rPr>
              <a:t>1. Services </a:t>
            </a:r>
            <a:r>
              <a:rPr lang="en-IN" sz="2000" b="1" dirty="0" err="1">
                <a:latin typeface="Times New Roman" panose="02020603050405020304" pitchFamily="18" charset="0"/>
                <a:cs typeface="Times New Roman" panose="02020603050405020304" pitchFamily="18" charset="0"/>
              </a:rPr>
              <a:t>Offerd</a:t>
            </a:r>
            <a:r>
              <a:rPr lang="en-IN" sz="2000" b="1" dirty="0">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cs typeface="Times New Roman" panose="02020603050405020304" pitchFamily="18" charset="0"/>
              </a:rPr>
              <a:t>		 </a:t>
            </a:r>
          </a:p>
          <a:p>
            <a:r>
              <a:rPr lang="en-IN" sz="2000" dirty="0">
                <a:latin typeface="Times New Roman" panose="02020603050405020304" pitchFamily="18" charset="0"/>
                <a:cs typeface="Times New Roman" panose="02020603050405020304" pitchFamily="18" charset="0"/>
              </a:rPr>
              <a:t>Corporate Training </a:t>
            </a:r>
          </a:p>
          <a:p>
            <a:r>
              <a:rPr lang="en-IN" sz="2000" dirty="0">
                <a:latin typeface="Times New Roman" panose="02020603050405020304" pitchFamily="18" charset="0"/>
                <a:cs typeface="Times New Roman" panose="02020603050405020304" pitchFamily="18" charset="0"/>
              </a:rPr>
              <a:t>Academic Training </a:t>
            </a:r>
          </a:p>
          <a:p>
            <a:r>
              <a:rPr lang="en-IN" sz="2000" dirty="0">
                <a:latin typeface="Times New Roman" panose="02020603050405020304" pitchFamily="18" charset="0"/>
                <a:cs typeface="Times New Roman" panose="02020603050405020304" pitchFamily="18" charset="0"/>
              </a:rPr>
              <a:t>Software Consultancy </a:t>
            </a:r>
          </a:p>
          <a:p>
            <a:r>
              <a:rPr lang="en-IN" sz="2000" dirty="0">
                <a:latin typeface="Times New Roman" panose="02020603050405020304" pitchFamily="18" charset="0"/>
                <a:cs typeface="Times New Roman" panose="02020603050405020304" pitchFamily="18" charset="0"/>
              </a:rPr>
              <a:t>Embedded Software Development </a:t>
            </a:r>
          </a:p>
          <a:p>
            <a:r>
              <a:rPr lang="en-IN" sz="2000" dirty="0">
                <a:latin typeface="Times New Roman" panose="02020603050405020304" pitchFamily="18" charset="0"/>
                <a:cs typeface="Times New Roman" panose="02020603050405020304" pitchFamily="18" charset="0"/>
              </a:rPr>
              <a:t>IoT Solutions </a:t>
            </a:r>
          </a:p>
          <a:p>
            <a:r>
              <a:rPr lang="en-IN" sz="2000" dirty="0">
                <a:latin typeface="Times New Roman" panose="02020603050405020304" pitchFamily="18" charset="0"/>
                <a:cs typeface="Times New Roman" panose="02020603050405020304" pitchFamily="18" charset="0"/>
              </a:rPr>
              <a:t>Machine Learning &amp; Deep Learning </a:t>
            </a:r>
          </a:p>
          <a:p>
            <a:r>
              <a:rPr lang="en-IN" sz="2000" dirty="0">
                <a:latin typeface="Times New Roman" panose="02020603050405020304" pitchFamily="18" charset="0"/>
                <a:cs typeface="Times New Roman" panose="02020603050405020304" pitchFamily="18" charset="0"/>
              </a:rPr>
              <a:t>Web Design &amp; Development </a:t>
            </a:r>
          </a:p>
          <a:p>
            <a:r>
              <a:rPr lang="en-IN" sz="2000" dirty="0">
                <a:latin typeface="Times New Roman" panose="02020603050405020304" pitchFamily="18" charset="0"/>
                <a:cs typeface="Times New Roman" panose="02020603050405020304" pitchFamily="18" charset="0"/>
              </a:rPr>
              <a:t>Digital Signal Processing </a:t>
            </a:r>
          </a:p>
          <a:p>
            <a:r>
              <a:rPr lang="en-IN" sz="2000" dirty="0">
                <a:latin typeface="Times New Roman" panose="02020603050405020304" pitchFamily="18" charset="0"/>
                <a:cs typeface="Times New Roman" panose="02020603050405020304" pitchFamily="18" charset="0"/>
              </a:rPr>
              <a:t>Image &amp; Video Processing </a:t>
            </a:r>
          </a:p>
          <a:p>
            <a:r>
              <a:rPr lang="en-IN" sz="2000" dirty="0">
                <a:latin typeface="Times New Roman" panose="02020603050405020304" pitchFamily="18" charset="0"/>
                <a:cs typeface="Times New Roman" panose="02020603050405020304" pitchFamily="18" charset="0"/>
              </a:rPr>
              <a:t>Real-Time Embedded Systems </a:t>
            </a:r>
          </a:p>
        </p:txBody>
      </p:sp>
      <p:sp>
        <p:nvSpPr>
          <p:cNvPr id="4" name="Slide Number Placeholder 3">
            <a:extLst>
              <a:ext uri="{FF2B5EF4-FFF2-40B4-BE49-F238E27FC236}">
                <a16:creationId xmlns:a16="http://schemas.microsoft.com/office/drawing/2014/main" id="{CBF71DB5-FBBD-685E-0179-94B6062AADB6}"/>
              </a:ext>
            </a:extLst>
          </p:cNvPr>
          <p:cNvSpPr>
            <a:spLocks noGrp="1"/>
          </p:cNvSpPr>
          <p:nvPr>
            <p:ph type="sldNum" sz="quarter" idx="12"/>
          </p:nvPr>
        </p:nvSpPr>
        <p:spPr/>
        <p:txBody>
          <a:bodyPr/>
          <a:lstStyle/>
          <a:p>
            <a:pPr>
              <a:defRPr/>
            </a:pPr>
            <a:fld id="{815EC703-C051-410C-8BA1-62752E291E83}" type="slidenum">
              <a:rPr lang="en-US" altLang="en-US" smtClean="0"/>
              <a:pPr>
                <a:defRPr/>
              </a:pPr>
              <a:t>4</a:t>
            </a:fld>
            <a:endParaRPr lang="en-US" altLang="en-US"/>
          </a:p>
        </p:txBody>
      </p:sp>
      <p:sp>
        <p:nvSpPr>
          <p:cNvPr id="5" name="TextBox 4">
            <a:extLst>
              <a:ext uri="{FF2B5EF4-FFF2-40B4-BE49-F238E27FC236}">
                <a16:creationId xmlns:a16="http://schemas.microsoft.com/office/drawing/2014/main" id="{38A120A7-97D5-0294-6A72-4CB5E7E97509}"/>
              </a:ext>
            </a:extLst>
          </p:cNvPr>
          <p:cNvSpPr txBox="1"/>
          <p:nvPr/>
        </p:nvSpPr>
        <p:spPr>
          <a:xfrm>
            <a:off x="4075616" y="431613"/>
            <a:ext cx="3735968" cy="5170646"/>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2. Clients</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Major Corporate Clients</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BOSCH GmbH </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CISCO Networks </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SASKEN </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FORD</a:t>
            </a:r>
          </a:p>
          <a:p>
            <a:pPr marL="342900" indent="-342900">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3. Core Values</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Innovation </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Quality </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Customer Satisfaction </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Continuous Learning </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Technology Excellence </a:t>
            </a:r>
          </a:p>
          <a:p>
            <a:endParaRPr lang="en-IN" sz="2400" dirty="0">
              <a:latin typeface="Times New Roman" panose="02020603050405020304" pitchFamily="18" charset="0"/>
              <a:cs typeface="Times New Roman" panose="02020603050405020304" pitchFamily="18" charset="0"/>
            </a:endParaRPr>
          </a:p>
          <a:p>
            <a:endParaRPr lang="en-IN" dirty="0"/>
          </a:p>
        </p:txBody>
      </p:sp>
      <p:sp>
        <p:nvSpPr>
          <p:cNvPr id="6" name="TextBox 5">
            <a:extLst>
              <a:ext uri="{FF2B5EF4-FFF2-40B4-BE49-F238E27FC236}">
                <a16:creationId xmlns:a16="http://schemas.microsoft.com/office/drawing/2014/main" id="{80F9A00F-0FB1-A788-71A0-C7E6B21A716D}"/>
              </a:ext>
            </a:extLst>
          </p:cNvPr>
          <p:cNvSpPr txBox="1"/>
          <p:nvPr/>
        </p:nvSpPr>
        <p:spPr>
          <a:xfrm>
            <a:off x="7867120" y="431613"/>
            <a:ext cx="4349858" cy="4370427"/>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4.  Products / Technical Solutions</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company develops solutions in:</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Embedded Systems </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Internet of Things (IoT) </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Machine Learning &amp; Deep Learning </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Digital Signal Processing </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Image &amp; Video Processing </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Security Applications </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GPS Asset Tracking Systems </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Remote Monitoring &amp; Control Systems </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Web Applications </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Industrial Automation Solutions</a:t>
            </a:r>
          </a:p>
          <a:p>
            <a:endParaRPr lang="en-IN" dirty="0"/>
          </a:p>
        </p:txBody>
      </p:sp>
    </p:spTree>
    <p:extLst>
      <p:ext uri="{BB962C8B-B14F-4D97-AF65-F5344CB8AC3E}">
        <p14:creationId xmlns:p14="http://schemas.microsoft.com/office/powerpoint/2010/main" val="803451739"/>
      </p:ext>
    </p:extLst>
  </p:cSld>
  <p:clrMapOvr>
    <a:masterClrMapping/>
  </p:clrMapOvr>
  <p:transition spd="slow">
    <p:blinds dir="ver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9E53445-CFB5-2440-3A5E-226E5474CA76}"/>
              </a:ext>
            </a:extLst>
          </p:cNvPr>
          <p:cNvSpPr>
            <a:spLocks noGrp="1"/>
          </p:cNvSpPr>
          <p:nvPr>
            <p:ph idx="1"/>
          </p:nvPr>
        </p:nvSpPr>
        <p:spPr>
          <a:xfrm>
            <a:off x="0" y="0"/>
            <a:ext cx="12192000" cy="5129939"/>
          </a:xfrm>
        </p:spPr>
        <p:txBody>
          <a:bodyPr/>
          <a:lstStyle/>
          <a:p>
            <a:pPr marL="0" indent="0">
              <a:buNone/>
            </a:pPr>
            <a:r>
              <a:rPr lang="en-IN" b="1" dirty="0">
                <a:latin typeface="Times New Roman" panose="02020603050405020304" pitchFamily="18" charset="0"/>
                <a:cs typeface="Times New Roman" panose="02020603050405020304" pitchFamily="18" charset="0"/>
              </a:rPr>
              <a:t>  </a:t>
            </a:r>
          </a:p>
          <a:p>
            <a:pPr marL="0" indent="0">
              <a:buNone/>
            </a:pPr>
            <a:r>
              <a:rPr lang="en-IN" b="1"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7. Achievements</a:t>
            </a:r>
          </a:p>
          <a:p>
            <a:pPr lvl="1"/>
            <a:r>
              <a:rPr lang="en-IN" sz="2000" b="1" dirty="0">
                <a:latin typeface="Times New Roman" panose="02020603050405020304" pitchFamily="18" charset="0"/>
                <a:cs typeface="Times New Roman" panose="02020603050405020304" pitchFamily="18" charset="0"/>
              </a:rPr>
              <a:t>7+ Years</a:t>
            </a:r>
            <a:r>
              <a:rPr lang="en-IN" sz="2000" dirty="0">
                <a:latin typeface="Times New Roman" panose="02020603050405020304" pitchFamily="18" charset="0"/>
                <a:cs typeface="Times New Roman" panose="02020603050405020304" pitchFamily="18" charset="0"/>
              </a:rPr>
              <a:t> of Excellence </a:t>
            </a:r>
          </a:p>
          <a:p>
            <a:pPr lvl="1"/>
            <a:r>
              <a:rPr lang="en-IN" sz="2000" b="1" dirty="0">
                <a:latin typeface="Times New Roman" panose="02020603050405020304" pitchFamily="18" charset="0"/>
                <a:cs typeface="Times New Roman" panose="02020603050405020304" pitchFamily="18" charset="0"/>
              </a:rPr>
              <a:t>100+</a:t>
            </a:r>
            <a:r>
              <a:rPr lang="en-IN" sz="2000" dirty="0">
                <a:latin typeface="Times New Roman" panose="02020603050405020304" pitchFamily="18" charset="0"/>
                <a:cs typeface="Times New Roman" panose="02020603050405020304" pitchFamily="18" charset="0"/>
              </a:rPr>
              <a:t> Students Trained </a:t>
            </a:r>
          </a:p>
          <a:p>
            <a:pPr lvl="1"/>
            <a:r>
              <a:rPr lang="en-IN" sz="2000" b="1" dirty="0">
                <a:latin typeface="Times New Roman" panose="02020603050405020304" pitchFamily="18" charset="0"/>
                <a:cs typeface="Times New Roman" panose="02020603050405020304" pitchFamily="18" charset="0"/>
              </a:rPr>
              <a:t>100+</a:t>
            </a:r>
            <a:r>
              <a:rPr lang="en-IN" sz="2000" dirty="0">
                <a:latin typeface="Times New Roman" panose="02020603050405020304" pitchFamily="18" charset="0"/>
                <a:cs typeface="Times New Roman" panose="02020603050405020304" pitchFamily="18" charset="0"/>
              </a:rPr>
              <a:t> Workshops Conducted </a:t>
            </a:r>
          </a:p>
          <a:p>
            <a:pPr lvl="1"/>
            <a:r>
              <a:rPr lang="en-IN" sz="2000" b="1" dirty="0">
                <a:latin typeface="Times New Roman" panose="02020603050405020304" pitchFamily="18" charset="0"/>
                <a:cs typeface="Times New Roman" panose="02020603050405020304" pitchFamily="18" charset="0"/>
              </a:rPr>
              <a:t>2000+</a:t>
            </a:r>
            <a:r>
              <a:rPr lang="en-IN" sz="2000" dirty="0">
                <a:latin typeface="Times New Roman" panose="02020603050405020304" pitchFamily="18" charset="0"/>
                <a:cs typeface="Times New Roman" panose="02020603050405020304" pitchFamily="18" charset="0"/>
              </a:rPr>
              <a:t> Interns </a:t>
            </a:r>
          </a:p>
          <a:p>
            <a:pPr lvl="1"/>
            <a:r>
              <a:rPr lang="en-IN" sz="2000" b="1" dirty="0">
                <a:latin typeface="Times New Roman" panose="02020603050405020304" pitchFamily="18" charset="0"/>
                <a:cs typeface="Times New Roman" panose="02020603050405020304" pitchFamily="18" charset="0"/>
              </a:rPr>
              <a:t>10+</a:t>
            </a:r>
            <a:r>
              <a:rPr lang="en-IN" sz="2000" dirty="0">
                <a:latin typeface="Times New Roman" panose="02020603050405020304" pitchFamily="18" charset="0"/>
                <a:cs typeface="Times New Roman" panose="02020603050405020304" pitchFamily="18" charset="0"/>
              </a:rPr>
              <a:t> Laboratory Setups </a:t>
            </a:r>
          </a:p>
          <a:p>
            <a:pPr lvl="1"/>
            <a:r>
              <a:rPr lang="en-IN" sz="2000" dirty="0">
                <a:latin typeface="Times New Roman" panose="02020603050405020304" pitchFamily="18" charset="0"/>
                <a:cs typeface="Times New Roman" panose="02020603050405020304" pitchFamily="18" charset="0"/>
              </a:rPr>
              <a:t>MOUs with Engineering &amp; Polytechnic Colleges across Karnataka </a:t>
            </a: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a:p>
            <a:pPr marL="0" indent="0">
              <a:buNone/>
            </a:pPr>
            <a:r>
              <a:rPr lang="en-IN" b="1"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6. Conclusion</a:t>
            </a:r>
          </a:p>
          <a:p>
            <a:pPr lvl="1"/>
            <a:r>
              <a:rPr lang="en-IN" sz="2000" dirty="0">
                <a:latin typeface="Times New Roman" panose="02020603050405020304" pitchFamily="18" charset="0"/>
                <a:cs typeface="Times New Roman" panose="02020603050405020304" pitchFamily="18" charset="0"/>
              </a:rPr>
              <a:t>ABEYAANTRIX EDUSOFT is a leading technology and training company that bridges the gap between academics and industry. </a:t>
            </a:r>
          </a:p>
          <a:p>
            <a:pPr lvl="1"/>
            <a:r>
              <a:rPr lang="en-IN" sz="2000" dirty="0">
                <a:latin typeface="Times New Roman" panose="02020603050405020304" pitchFamily="18" charset="0"/>
                <a:cs typeface="Times New Roman" panose="02020603050405020304" pitchFamily="18" charset="0"/>
              </a:rPr>
              <a:t>The company provides practical training, consultancy, and innovative software solutions in emerging technologies. </a:t>
            </a:r>
          </a:p>
          <a:p>
            <a:pPr marL="0" indent="0">
              <a:buNone/>
            </a:pPr>
            <a:endParaRPr lang="en-IN" dirty="0"/>
          </a:p>
        </p:txBody>
      </p:sp>
      <p:sp>
        <p:nvSpPr>
          <p:cNvPr id="4" name="Slide Number Placeholder 3">
            <a:extLst>
              <a:ext uri="{FF2B5EF4-FFF2-40B4-BE49-F238E27FC236}">
                <a16:creationId xmlns:a16="http://schemas.microsoft.com/office/drawing/2014/main" id="{812A803F-6289-4BB0-11CA-53082E0209C7}"/>
              </a:ext>
            </a:extLst>
          </p:cNvPr>
          <p:cNvSpPr>
            <a:spLocks noGrp="1"/>
          </p:cNvSpPr>
          <p:nvPr>
            <p:ph type="sldNum" sz="quarter" idx="12"/>
          </p:nvPr>
        </p:nvSpPr>
        <p:spPr/>
        <p:txBody>
          <a:bodyPr/>
          <a:lstStyle/>
          <a:p>
            <a:pPr>
              <a:defRPr/>
            </a:pPr>
            <a:fld id="{815EC703-C051-410C-8BA1-62752E291E83}" type="slidenum">
              <a:rPr lang="en-US" altLang="en-US" smtClean="0"/>
              <a:pPr>
                <a:defRPr/>
              </a:pPr>
              <a:t>5</a:t>
            </a:fld>
            <a:endParaRPr lang="en-US" altLang="en-US"/>
          </a:p>
        </p:txBody>
      </p:sp>
    </p:spTree>
    <p:extLst>
      <p:ext uri="{BB962C8B-B14F-4D97-AF65-F5344CB8AC3E}">
        <p14:creationId xmlns:p14="http://schemas.microsoft.com/office/powerpoint/2010/main" val="1182631522"/>
      </p:ext>
    </p:extLst>
  </p:cSld>
  <p:clrMapOvr>
    <a:masterClrMapping/>
  </p:clrMapOvr>
  <p:transition spd="slow">
    <p:blinds dir="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2800" b="1" dirty="0">
                <a:solidFill>
                  <a:schemeClr val="accent1">
                    <a:lumMod val="75000"/>
                  </a:schemeClr>
                </a:solidFill>
                <a:latin typeface="Times New Roman" panose="02020603050405020304" pitchFamily="18" charset="0"/>
                <a:cs typeface="Times New Roman" panose="02020603050405020304" pitchFamily="18" charset="0"/>
              </a:rPr>
              <a:t>Working domain or the technology</a:t>
            </a:r>
          </a:p>
        </p:txBody>
      </p:sp>
      <p:sp>
        <p:nvSpPr>
          <p:cNvPr id="3" name="Content Placeholder 2"/>
          <p:cNvSpPr>
            <a:spLocks noGrp="1"/>
          </p:cNvSpPr>
          <p:nvPr>
            <p:ph idx="1"/>
          </p:nvPr>
        </p:nvSpPr>
        <p:spPr>
          <a:xfrm>
            <a:off x="838200" y="1184367"/>
            <a:ext cx="10515600" cy="4058194"/>
          </a:xfrm>
        </p:spPr>
        <p:txBody>
          <a:bodyPr/>
          <a:lstStyle/>
          <a:p>
            <a:pPr marL="514350" indent="-514350">
              <a:buFont typeface="+mj-lt"/>
              <a:buAutoNum type="arabicPeriod"/>
            </a:pPr>
            <a:r>
              <a:rPr lang="en-IN" sz="2000" b="1" dirty="0">
                <a:latin typeface="Times New Roman" panose="02020603050405020304" pitchFamily="18" charset="0"/>
                <a:cs typeface="Times New Roman" panose="02020603050405020304" pitchFamily="18" charset="0"/>
              </a:rPr>
              <a:t>Domain</a:t>
            </a:r>
            <a:r>
              <a:rPr lang="en-IN" b="1" dirty="0">
                <a:latin typeface="Times New Roman" panose="02020603050405020304" pitchFamily="18" charset="0"/>
                <a:cs typeface="Times New Roman" panose="02020603050405020304" pitchFamily="18" charset="0"/>
              </a:rPr>
              <a:t>: </a:t>
            </a:r>
            <a:r>
              <a:rPr lang="en-IN" sz="2000" b="1" u="sng" dirty="0">
                <a:latin typeface="Times New Roman" panose="02020603050405020304" pitchFamily="18" charset="0"/>
                <a:cs typeface="Times New Roman" panose="02020603050405020304" pitchFamily="18" charset="0"/>
              </a:rPr>
              <a:t>Java Full Stack Development</a:t>
            </a:r>
            <a:endParaRPr lang="en-IN" sz="1800" b="1" u="sng"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IN" sz="2000" b="1" dirty="0">
                <a:latin typeface="Times New Roman" panose="02020603050405020304" pitchFamily="18" charset="0"/>
                <a:cs typeface="Times New Roman" panose="02020603050405020304" pitchFamily="18" charset="0"/>
              </a:rPr>
              <a:t>Overview :</a:t>
            </a:r>
          </a:p>
          <a:p>
            <a:pPr marL="0" indent="0">
              <a:buNone/>
            </a:pPr>
            <a:r>
              <a:rPr lang="en-IN" sz="2400" b="1"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Java Full Stack Development involves developing both the </a:t>
            </a:r>
            <a:r>
              <a:rPr lang="en-IN" sz="2000" b="1" dirty="0">
                <a:latin typeface="Times New Roman" panose="02020603050405020304" pitchFamily="18" charset="0"/>
                <a:cs typeface="Times New Roman" panose="02020603050405020304" pitchFamily="18" charset="0"/>
              </a:rPr>
              <a:t>frontend (user interface)</a:t>
            </a:r>
            <a:r>
              <a:rPr lang="en-IN" sz="2000" dirty="0">
                <a:latin typeface="Times New Roman" panose="02020603050405020304" pitchFamily="18" charset="0"/>
                <a:cs typeface="Times New Roman" panose="02020603050405020304" pitchFamily="18" charset="0"/>
              </a:rPr>
              <a:t> and </a:t>
            </a:r>
            <a:r>
              <a:rPr lang="en-IN" sz="2000" b="1" dirty="0">
                <a:latin typeface="Times New Roman" panose="02020603050405020304" pitchFamily="18" charset="0"/>
                <a:cs typeface="Times New Roman" panose="02020603050405020304" pitchFamily="18" charset="0"/>
              </a:rPr>
              <a:t>backend (server-side logic)</a:t>
            </a:r>
            <a:r>
              <a:rPr lang="en-IN" sz="2000" dirty="0">
                <a:latin typeface="Times New Roman" panose="02020603050405020304" pitchFamily="18" charset="0"/>
                <a:cs typeface="Times New Roman" panose="02020603050405020304" pitchFamily="18" charset="0"/>
              </a:rPr>
              <a:t> of web applications. It also includes working with databases and deploying applications.</a:t>
            </a:r>
          </a:p>
          <a:p>
            <a:pPr marL="0" indent="0">
              <a:buNone/>
            </a:pPr>
            <a:endParaRPr lang="en-IN" sz="2000" dirty="0">
              <a:latin typeface="Times New Roman" panose="02020603050405020304" pitchFamily="18" charset="0"/>
              <a:cs typeface="Times New Roman" panose="02020603050405020304" pitchFamily="18" charset="0"/>
            </a:endParaRPr>
          </a:p>
          <a:p>
            <a:pPr marL="0" indent="0">
              <a:buNone/>
            </a:pPr>
            <a:r>
              <a:rPr lang="en-IN" sz="2000" b="1" dirty="0">
                <a:latin typeface="Times New Roman" panose="02020603050405020304" pitchFamily="18" charset="0"/>
                <a:cs typeface="Times New Roman" panose="02020603050405020304" pitchFamily="18" charset="0"/>
              </a:rPr>
              <a:t>3. Technologies Used</a:t>
            </a:r>
          </a:p>
          <a:p>
            <a:pPr lvl="1"/>
            <a:r>
              <a:rPr lang="en-IN" sz="2000" dirty="0">
                <a:latin typeface="Times New Roman" panose="02020603050405020304" pitchFamily="18" charset="0"/>
                <a:cs typeface="Times New Roman" panose="02020603050405020304" pitchFamily="18" charset="0"/>
              </a:rPr>
              <a:t>Java  </a:t>
            </a:r>
          </a:p>
          <a:p>
            <a:pPr lvl="1"/>
            <a:r>
              <a:rPr lang="en-IN" sz="2000" dirty="0">
                <a:latin typeface="Times New Roman" panose="02020603050405020304" pitchFamily="18" charset="0"/>
                <a:cs typeface="Times New Roman" panose="02020603050405020304" pitchFamily="18" charset="0"/>
              </a:rPr>
              <a:t>HTML5 </a:t>
            </a:r>
          </a:p>
          <a:p>
            <a:pPr lvl="1"/>
            <a:r>
              <a:rPr lang="en-IN" sz="2000" dirty="0">
                <a:latin typeface="Times New Roman" panose="02020603050405020304" pitchFamily="18" charset="0"/>
                <a:cs typeface="Times New Roman" panose="02020603050405020304" pitchFamily="18" charset="0"/>
              </a:rPr>
              <a:t>MySQL </a:t>
            </a:r>
          </a:p>
          <a:p>
            <a:pPr lvl="1"/>
            <a:r>
              <a:rPr lang="en-IN" sz="2000" dirty="0">
                <a:latin typeface="Times New Roman" panose="02020603050405020304" pitchFamily="18" charset="0"/>
                <a:cs typeface="Times New Roman" panose="02020603050405020304" pitchFamily="18" charset="0"/>
              </a:rPr>
              <a:t>Git &amp; GitHub </a:t>
            </a:r>
          </a:p>
          <a:p>
            <a:pPr marL="0" indent="0" algn="just">
              <a:buNone/>
            </a:pP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6</a:t>
            </a:fld>
            <a:endParaRPr lang="en-US" altLang="en-US"/>
          </a:p>
        </p:txBody>
      </p:sp>
    </p:spTree>
    <p:extLst>
      <p:ext uri="{BB962C8B-B14F-4D97-AF65-F5344CB8AC3E}">
        <p14:creationId xmlns:p14="http://schemas.microsoft.com/office/powerpoint/2010/main" val="103887700"/>
      </p:ext>
    </p:extLst>
  </p:cSld>
  <p:clrMapOvr>
    <a:masterClrMapping/>
  </p:clrMapOvr>
  <p:transition spd="slow">
    <p:blinds dir="ver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9B90877-4920-E3B1-142F-ADA13A250724}"/>
              </a:ext>
            </a:extLst>
          </p:cNvPr>
          <p:cNvSpPr>
            <a:spLocks noGrp="1"/>
          </p:cNvSpPr>
          <p:nvPr>
            <p:ph idx="1"/>
          </p:nvPr>
        </p:nvSpPr>
        <p:spPr>
          <a:xfrm>
            <a:off x="838200" y="136525"/>
            <a:ext cx="10515600" cy="4900640"/>
          </a:xfrm>
        </p:spPr>
        <p:txBody>
          <a:bodyPr/>
          <a:lstStyle/>
          <a:p>
            <a:pPr marL="0" indent="0">
              <a:buNone/>
            </a:pPr>
            <a:r>
              <a:rPr lang="en-IN" sz="2000" b="1" dirty="0">
                <a:latin typeface="Times New Roman" panose="02020603050405020304" pitchFamily="18" charset="0"/>
                <a:cs typeface="Times New Roman" panose="02020603050405020304" pitchFamily="18" charset="0"/>
              </a:rPr>
              <a:t>4. Importance</a:t>
            </a:r>
          </a:p>
          <a:p>
            <a:r>
              <a:rPr lang="en-IN" sz="2000" dirty="0">
                <a:latin typeface="Times New Roman" panose="02020603050405020304" pitchFamily="18" charset="0"/>
                <a:cs typeface="Times New Roman" panose="02020603050405020304" pitchFamily="18" charset="0"/>
              </a:rPr>
              <a:t>Builds complete web applications from start to finish </a:t>
            </a:r>
          </a:p>
          <a:p>
            <a:r>
              <a:rPr lang="en-IN" sz="2000" dirty="0">
                <a:latin typeface="Times New Roman" panose="02020603050405020304" pitchFamily="18" charset="0"/>
                <a:cs typeface="Times New Roman" panose="02020603050405020304" pitchFamily="18" charset="0"/>
              </a:rPr>
              <a:t>Improves problem-solving and coding skills </a:t>
            </a:r>
          </a:p>
          <a:p>
            <a:r>
              <a:rPr lang="en-IN" sz="2000" dirty="0">
                <a:latin typeface="Times New Roman" panose="02020603050405020304" pitchFamily="18" charset="0"/>
                <a:cs typeface="Times New Roman" panose="02020603050405020304" pitchFamily="18" charset="0"/>
              </a:rPr>
              <a:t>Provides hands-on industry experience </a:t>
            </a:r>
          </a:p>
          <a:p>
            <a:r>
              <a:rPr lang="en-IN" sz="2000" dirty="0">
                <a:latin typeface="Times New Roman" panose="02020603050405020304" pitchFamily="18" charset="0"/>
                <a:cs typeface="Times New Roman" panose="02020603050405020304" pitchFamily="18" charset="0"/>
              </a:rPr>
              <a:t>Widely used in enterprise software development </a:t>
            </a:r>
          </a:p>
          <a:p>
            <a:r>
              <a:rPr lang="en-IN" sz="2000" dirty="0">
                <a:latin typeface="Times New Roman" panose="02020603050405020304" pitchFamily="18" charset="0"/>
                <a:cs typeface="Times New Roman" panose="02020603050405020304" pitchFamily="18" charset="0"/>
              </a:rPr>
              <a:t>Enhances employability in software development roles </a:t>
            </a:r>
          </a:p>
          <a:p>
            <a:r>
              <a:rPr lang="en-IN" sz="2000" dirty="0">
                <a:latin typeface="Times New Roman" panose="02020603050405020304" pitchFamily="18" charset="0"/>
                <a:cs typeface="Times New Roman" panose="02020603050405020304" pitchFamily="18" charset="0"/>
              </a:rPr>
              <a:t>Prepares students for real-world software projects.</a:t>
            </a:r>
          </a:p>
          <a:p>
            <a:endParaRPr lang="en-IN" sz="2400" dirty="0">
              <a:latin typeface="Times New Roman" panose="02020603050405020304" pitchFamily="18" charset="0"/>
              <a:cs typeface="Times New Roman" panose="02020603050405020304" pitchFamily="18" charset="0"/>
            </a:endParaRPr>
          </a:p>
          <a:p>
            <a:pPr marL="0" indent="0">
              <a:buNone/>
            </a:pPr>
            <a:r>
              <a:rPr lang="en-IN" sz="2000" b="1" dirty="0">
                <a:latin typeface="Times New Roman" panose="02020603050405020304" pitchFamily="18" charset="0"/>
                <a:cs typeface="Times New Roman" panose="02020603050405020304" pitchFamily="18" charset="0"/>
              </a:rPr>
              <a:t>5</a:t>
            </a: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Skills Gained</a:t>
            </a:r>
          </a:p>
          <a:p>
            <a:r>
              <a:rPr lang="en-IN" sz="2000" dirty="0">
                <a:latin typeface="Times New Roman" panose="02020603050405020304" pitchFamily="18" charset="0"/>
                <a:cs typeface="Times New Roman" panose="02020603050405020304" pitchFamily="18" charset="0"/>
              </a:rPr>
              <a:t>Object-Oriented Programming (OOP) using Java </a:t>
            </a:r>
          </a:p>
          <a:p>
            <a:r>
              <a:rPr lang="en-IN" sz="2000" dirty="0">
                <a:latin typeface="Times New Roman" panose="02020603050405020304" pitchFamily="18" charset="0"/>
                <a:cs typeface="Times New Roman" panose="02020603050405020304" pitchFamily="18" charset="0"/>
              </a:rPr>
              <a:t>Frontend development using HTML</a:t>
            </a:r>
            <a:endParaRPr lang="en-IN" sz="2000" b="1"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Database design and SQL queries</a:t>
            </a:r>
          </a:p>
        </p:txBody>
      </p:sp>
      <p:sp>
        <p:nvSpPr>
          <p:cNvPr id="4" name="Slide Number Placeholder 3">
            <a:extLst>
              <a:ext uri="{FF2B5EF4-FFF2-40B4-BE49-F238E27FC236}">
                <a16:creationId xmlns:a16="http://schemas.microsoft.com/office/drawing/2014/main" id="{E23434DE-8C37-6638-9C60-1A91CEACA148}"/>
              </a:ext>
            </a:extLst>
          </p:cNvPr>
          <p:cNvSpPr>
            <a:spLocks noGrp="1"/>
          </p:cNvSpPr>
          <p:nvPr>
            <p:ph type="sldNum" sz="quarter" idx="12"/>
          </p:nvPr>
        </p:nvSpPr>
        <p:spPr/>
        <p:txBody>
          <a:bodyPr/>
          <a:lstStyle/>
          <a:p>
            <a:pPr>
              <a:defRPr/>
            </a:pPr>
            <a:fld id="{815EC703-C051-410C-8BA1-62752E291E83}" type="slidenum">
              <a:rPr lang="en-US" altLang="en-US" smtClean="0"/>
              <a:pPr>
                <a:defRPr/>
              </a:pPr>
              <a:t>7</a:t>
            </a:fld>
            <a:endParaRPr lang="en-US" altLang="en-US"/>
          </a:p>
        </p:txBody>
      </p:sp>
    </p:spTree>
    <p:extLst>
      <p:ext uri="{BB962C8B-B14F-4D97-AF65-F5344CB8AC3E}">
        <p14:creationId xmlns:p14="http://schemas.microsoft.com/office/powerpoint/2010/main" val="1783631998"/>
      </p:ext>
    </p:extLst>
  </p:cSld>
  <p:clrMapOvr>
    <a:masterClrMapping/>
  </p:clrMapOvr>
  <p:transition spd="slow">
    <p:blinds dir="ver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2800" b="1" dirty="0">
                <a:solidFill>
                  <a:schemeClr val="accent1">
                    <a:lumMod val="75000"/>
                  </a:schemeClr>
                </a:solidFill>
                <a:latin typeface="Times New Roman" panose="02020603050405020304" pitchFamily="18" charset="0"/>
                <a:cs typeface="Times New Roman" panose="02020603050405020304" pitchFamily="18" charset="0"/>
              </a:rPr>
              <a:t>Objectives of the work</a:t>
            </a:r>
          </a:p>
        </p:txBody>
      </p:sp>
      <p:sp>
        <p:nvSpPr>
          <p:cNvPr id="3" name="Content Placeholder 2"/>
          <p:cNvSpPr>
            <a:spLocks noGrp="1"/>
          </p:cNvSpPr>
          <p:nvPr>
            <p:ph idx="1"/>
          </p:nvPr>
        </p:nvSpPr>
        <p:spPr>
          <a:xfrm>
            <a:off x="838200" y="1184367"/>
            <a:ext cx="10515600" cy="4058194"/>
          </a:xfrm>
        </p:spPr>
        <p:txBody>
          <a:bodyPr/>
          <a:lstStyle/>
          <a:p>
            <a:pPr algn="just"/>
            <a:r>
              <a:rPr lang="en-US" sz="2000" dirty="0">
                <a:latin typeface="Times New Roman" panose="02020603050405020304" pitchFamily="18" charset="0"/>
                <a:cs typeface="Times New Roman" panose="02020603050405020304" pitchFamily="18" charset="0"/>
              </a:rPr>
              <a:t>To develop practical skills in Java Full Stack Development.</a:t>
            </a:r>
          </a:p>
          <a:p>
            <a:pPr algn="just"/>
            <a:r>
              <a:rPr lang="en-US" sz="2000" dirty="0">
                <a:latin typeface="Times New Roman" panose="02020603050405020304" pitchFamily="18" charset="0"/>
                <a:cs typeface="Times New Roman" panose="02020603050405020304" pitchFamily="18" charset="0"/>
              </a:rPr>
              <a:t>To design and build responsive, user-friendly web applications.</a:t>
            </a:r>
          </a:p>
          <a:p>
            <a:pPr algn="just"/>
            <a:r>
              <a:rPr lang="en-US" sz="2000" dirty="0">
                <a:latin typeface="Times New Roman" panose="02020603050405020304" pitchFamily="18" charset="0"/>
                <a:cs typeface="Times New Roman" panose="02020603050405020304" pitchFamily="18" charset="0"/>
              </a:rPr>
              <a:t>To understand the integration of frontend, backend, and database technologies.</a:t>
            </a:r>
          </a:p>
          <a:p>
            <a:pPr algn="just"/>
            <a:r>
              <a:rPr lang="en-US" sz="2000" dirty="0">
                <a:latin typeface="Times New Roman" panose="02020603050405020304" pitchFamily="18" charset="0"/>
                <a:cs typeface="Times New Roman" panose="02020603050405020304" pitchFamily="18" charset="0"/>
              </a:rPr>
              <a:t>To implement secure and efficient web-based solutions.</a:t>
            </a:r>
          </a:p>
          <a:p>
            <a:pPr algn="just"/>
            <a:r>
              <a:rPr lang="en-US" sz="2000" dirty="0">
                <a:latin typeface="Times New Roman" panose="02020603050405020304" pitchFamily="18" charset="0"/>
                <a:cs typeface="Times New Roman" panose="02020603050405020304" pitchFamily="18" charset="0"/>
              </a:rPr>
              <a:t>To gain hands-on experience with real-world software development practices.</a:t>
            </a:r>
          </a:p>
          <a:p>
            <a:pPr algn="just"/>
            <a:r>
              <a:rPr lang="en-US" sz="2000" dirty="0">
                <a:latin typeface="Times New Roman" panose="02020603050405020304" pitchFamily="18" charset="0"/>
                <a:cs typeface="Times New Roman" panose="02020603050405020304" pitchFamily="18" charset="0"/>
              </a:rPr>
              <a:t>To improve problem-solving, debugging, and coding skills.</a:t>
            </a:r>
          </a:p>
          <a:p>
            <a:pPr algn="just"/>
            <a:r>
              <a:rPr lang="en-US" sz="2000" dirty="0">
                <a:latin typeface="Times New Roman" panose="02020603050405020304" pitchFamily="18" charset="0"/>
                <a:cs typeface="Times New Roman" panose="02020603050405020304" pitchFamily="18" charset="0"/>
              </a:rPr>
              <a:t>To enhance teamwork, project management, and version control using Git.</a:t>
            </a:r>
            <a:r>
              <a:rPr lang="en-IN" sz="2000" dirty="0">
                <a:latin typeface="Times New Roman" panose="02020603050405020304" pitchFamily="18" charset="0"/>
                <a:cs typeface="Times New Roman" panose="02020603050405020304" pitchFamily="18" charset="0"/>
              </a:rPr>
              <a:t>.</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8</a:t>
            </a:fld>
            <a:endParaRPr lang="en-US" altLang="en-US"/>
          </a:p>
        </p:txBody>
      </p:sp>
    </p:spTree>
    <p:extLst>
      <p:ext uri="{BB962C8B-B14F-4D97-AF65-F5344CB8AC3E}">
        <p14:creationId xmlns:p14="http://schemas.microsoft.com/office/powerpoint/2010/main" val="3432951823"/>
      </p:ext>
    </p:extLst>
  </p:cSld>
  <p:clrMapOvr>
    <a:masterClrMapping/>
  </p:clrMapOvr>
  <p:transition spd="slow">
    <p:blinds dir="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2800" b="1" dirty="0">
                <a:solidFill>
                  <a:schemeClr val="accent1">
                    <a:lumMod val="75000"/>
                  </a:schemeClr>
                </a:solidFill>
                <a:latin typeface="Times New Roman" panose="02020603050405020304" pitchFamily="18" charset="0"/>
                <a:cs typeface="Times New Roman" panose="02020603050405020304" pitchFamily="18" charset="0"/>
              </a:rPr>
              <a:t>Methodology Used / Course Description </a:t>
            </a:r>
          </a:p>
        </p:txBody>
      </p:sp>
      <p:sp>
        <p:nvSpPr>
          <p:cNvPr id="3" name="Content Placeholder 2"/>
          <p:cNvSpPr>
            <a:spLocks noGrp="1"/>
          </p:cNvSpPr>
          <p:nvPr>
            <p:ph idx="1"/>
          </p:nvPr>
        </p:nvSpPr>
        <p:spPr>
          <a:xfrm>
            <a:off x="838200" y="1184366"/>
            <a:ext cx="10515600" cy="4058194"/>
          </a:xfrm>
        </p:spPr>
        <p:txBody>
          <a:bodyPr/>
          <a:lstStyle/>
          <a:p>
            <a:pPr algn="just"/>
            <a:endParaRPr lang="en-US" sz="24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Learned Java Full Stack concepts through structured training sessions.</a:t>
            </a:r>
          </a:p>
          <a:p>
            <a:pPr algn="just"/>
            <a:r>
              <a:rPr lang="en-US" sz="2000" dirty="0">
                <a:latin typeface="Times New Roman" panose="02020603050405020304" pitchFamily="18" charset="0"/>
                <a:cs typeface="Times New Roman" panose="02020603050405020304" pitchFamily="18" charset="0"/>
              </a:rPr>
              <a:t>Developed frontend interfaces using HTML, CSS, JavaScript, and Bootstrap.</a:t>
            </a:r>
          </a:p>
          <a:p>
            <a:pPr algn="just"/>
            <a:r>
              <a:rPr lang="en-US" sz="2000" dirty="0">
                <a:latin typeface="Times New Roman" panose="02020603050405020304" pitchFamily="18" charset="0"/>
                <a:cs typeface="Times New Roman" panose="02020603050405020304" pitchFamily="18" charset="0"/>
              </a:rPr>
              <a:t>Implemented backend logic using Java and Spring Boot.</a:t>
            </a:r>
          </a:p>
          <a:p>
            <a:pPr algn="just"/>
            <a:r>
              <a:rPr lang="en-US" sz="2000" dirty="0">
                <a:latin typeface="Times New Roman" panose="02020603050405020304" pitchFamily="18" charset="0"/>
                <a:cs typeface="Times New Roman" panose="02020603050405020304" pitchFamily="18" charset="0"/>
              </a:rPr>
              <a:t>Designed and managed databases using MySQL.</a:t>
            </a:r>
          </a:p>
          <a:p>
            <a:pPr algn="just"/>
            <a:r>
              <a:rPr lang="en-US" sz="2000" dirty="0">
                <a:latin typeface="Times New Roman" panose="02020603050405020304" pitchFamily="18" charset="0"/>
                <a:cs typeface="Times New Roman" panose="02020603050405020304" pitchFamily="18" charset="0"/>
              </a:rPr>
              <a:t>Integrated frontend and backend using REST APIs.</a:t>
            </a:r>
          </a:p>
          <a:p>
            <a:pPr algn="just"/>
            <a:r>
              <a:rPr lang="en-US" sz="2000" dirty="0">
                <a:latin typeface="Times New Roman" panose="02020603050405020304" pitchFamily="18" charset="0"/>
                <a:cs typeface="Times New Roman" panose="02020603050405020304" pitchFamily="18" charset="0"/>
              </a:rPr>
              <a:t>Performed testing, debugging, and code optimization.</a:t>
            </a:r>
          </a:p>
          <a:p>
            <a:pPr algn="just"/>
            <a:r>
              <a:rPr lang="en-US" sz="2000" dirty="0">
                <a:latin typeface="Times New Roman" panose="02020603050405020304" pitchFamily="18" charset="0"/>
                <a:cs typeface="Times New Roman" panose="02020603050405020304" pitchFamily="18" charset="0"/>
              </a:rPr>
              <a:t>Used Git and GitHub for version control and project management.</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9</a:t>
            </a:fld>
            <a:endParaRPr lang="en-US" altLang="en-US"/>
          </a:p>
        </p:txBody>
      </p:sp>
    </p:spTree>
    <p:extLst>
      <p:ext uri="{BB962C8B-B14F-4D97-AF65-F5344CB8AC3E}">
        <p14:creationId xmlns:p14="http://schemas.microsoft.com/office/powerpoint/2010/main" val="313958729"/>
      </p:ext>
    </p:extLst>
  </p:cSld>
  <p:clrMapOvr>
    <a:masterClrMapping/>
  </p:clrMapOvr>
  <p:transition spd="slow">
    <p:blinds dir="ver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A30834D-1905-74D9-82BB-EABFA3D114CE}"/>
              </a:ext>
            </a:extLst>
          </p:cNvPr>
          <p:cNvSpPr>
            <a:spLocks noGrp="1"/>
          </p:cNvSpPr>
          <p:nvPr>
            <p:ph idx="1"/>
          </p:nvPr>
        </p:nvSpPr>
        <p:spPr>
          <a:xfrm>
            <a:off x="838200" y="0"/>
            <a:ext cx="10515600" cy="5207431"/>
          </a:xfrm>
        </p:spPr>
        <p:txBody>
          <a:bodyPr/>
          <a:lstStyle/>
          <a:p>
            <a:pPr marL="0" indent="0" algn="just">
              <a:buNone/>
            </a:pPr>
            <a:endParaRPr lang="en-US" sz="3200" b="1" dirty="0">
              <a:solidFill>
                <a:schemeClr val="accent1"/>
              </a:solidFill>
              <a:latin typeface="Times New Roman" panose="02020603050405020304" pitchFamily="18" charset="0"/>
              <a:cs typeface="Times New Roman" panose="02020603050405020304" pitchFamily="18" charset="0"/>
            </a:endParaRPr>
          </a:p>
          <a:p>
            <a:pPr marL="0" indent="0" algn="just">
              <a:buNone/>
            </a:pPr>
            <a:r>
              <a:rPr lang="en-US" b="1" dirty="0">
                <a:solidFill>
                  <a:schemeClr val="accent1"/>
                </a:solidFill>
                <a:latin typeface="Times New Roman" panose="02020603050405020304" pitchFamily="18" charset="0"/>
                <a:cs typeface="Times New Roman" panose="02020603050405020304" pitchFamily="18" charset="0"/>
              </a:rPr>
              <a:t>Course Description</a:t>
            </a:r>
          </a:p>
          <a:p>
            <a:pPr marL="457200" lvl="1" indent="0" algn="just">
              <a:buNone/>
            </a:pPr>
            <a:r>
              <a:rPr lang="en-US" sz="2000" dirty="0">
                <a:latin typeface="Times New Roman" panose="02020603050405020304" pitchFamily="18" charset="0"/>
                <a:cs typeface="Times New Roman" panose="02020603050405020304" pitchFamily="18" charset="0"/>
              </a:rPr>
              <a:t>The Java Full Stack Development internship focused on developing complete web applications by combining frontend, backend, and database technologies. The course covered Java programming, Spring Boot framework, HTML, CSS, MySQL, Git, and GitHub, enabling the development of secure, scalable, and responsive web applications. </a:t>
            </a:r>
          </a:p>
          <a:p>
            <a:pPr marL="457200" lvl="1" indent="0" algn="just">
              <a:buNone/>
            </a:pPr>
            <a:endParaRPr lang="en-IN" sz="2000" dirty="0">
              <a:latin typeface="Times New Roman" panose="02020603050405020304" pitchFamily="18" charset="0"/>
              <a:cs typeface="Times New Roman" panose="02020603050405020304" pitchFamily="18" charset="0"/>
            </a:endParaRPr>
          </a:p>
          <a:p>
            <a:pPr marL="0" indent="0">
              <a:buNone/>
            </a:pPr>
            <a:r>
              <a:rPr lang="en-US" b="1" dirty="0">
                <a:solidFill>
                  <a:schemeClr val="accent1"/>
                </a:solidFill>
                <a:latin typeface="Times New Roman" panose="02020603050405020304" pitchFamily="18" charset="0"/>
                <a:cs typeface="Times New Roman" panose="02020603050405020304" pitchFamily="18" charset="0"/>
              </a:rPr>
              <a:t>Usage / Applications</a:t>
            </a:r>
          </a:p>
          <a:p>
            <a:r>
              <a:rPr lang="en-US" sz="2000" dirty="0">
                <a:latin typeface="Times New Roman" panose="02020603050405020304" pitchFamily="18" charset="0"/>
                <a:cs typeface="Times New Roman" panose="02020603050405020304" pitchFamily="18" charset="0"/>
              </a:rPr>
              <a:t>Enterprise business applications</a:t>
            </a:r>
          </a:p>
          <a:p>
            <a:r>
              <a:rPr lang="en-US" sz="2000" dirty="0">
                <a:latin typeface="Times New Roman" panose="02020603050405020304" pitchFamily="18" charset="0"/>
                <a:cs typeface="Times New Roman" panose="02020603050405020304" pitchFamily="18" charset="0"/>
              </a:rPr>
              <a:t>E-commerce websites</a:t>
            </a:r>
          </a:p>
          <a:p>
            <a:r>
              <a:rPr lang="en-US" sz="2000" dirty="0">
                <a:latin typeface="Times New Roman" panose="02020603050405020304" pitchFamily="18" charset="0"/>
                <a:cs typeface="Times New Roman" panose="02020603050405020304" pitchFamily="18" charset="0"/>
              </a:rPr>
              <a:t>Student &amp; Employee Management Systems</a:t>
            </a:r>
          </a:p>
          <a:p>
            <a:r>
              <a:rPr lang="en-US" sz="2000" dirty="0">
                <a:latin typeface="Times New Roman" panose="02020603050405020304" pitchFamily="18" charset="0"/>
                <a:cs typeface="Times New Roman" panose="02020603050405020304" pitchFamily="18" charset="0"/>
              </a:rPr>
              <a:t>Banking and Financial Applications.    </a:t>
            </a:r>
            <a:r>
              <a:rPr lang="en-US" sz="2000" dirty="0" err="1">
                <a:latin typeface="Times New Roman" panose="02020603050405020304" pitchFamily="18" charset="0"/>
                <a:cs typeface="Times New Roman" panose="02020603050405020304" pitchFamily="18" charset="0"/>
              </a:rPr>
              <a:t>Etc</a:t>
            </a:r>
            <a:r>
              <a:rPr lang="en-US" sz="2000" dirty="0">
                <a:latin typeface="Times New Roman" panose="02020603050405020304" pitchFamily="18" charset="0"/>
                <a:cs typeface="Times New Roman" panose="02020603050405020304" pitchFamily="18" charset="0"/>
              </a:rPr>
              <a:t>…..,,</a:t>
            </a:r>
          </a:p>
        </p:txBody>
      </p:sp>
      <p:sp>
        <p:nvSpPr>
          <p:cNvPr id="4" name="Slide Number Placeholder 3">
            <a:extLst>
              <a:ext uri="{FF2B5EF4-FFF2-40B4-BE49-F238E27FC236}">
                <a16:creationId xmlns:a16="http://schemas.microsoft.com/office/drawing/2014/main" id="{B4121DD0-A3E2-081A-5DA5-DAF7A03E9042}"/>
              </a:ext>
            </a:extLst>
          </p:cNvPr>
          <p:cNvSpPr>
            <a:spLocks noGrp="1"/>
          </p:cNvSpPr>
          <p:nvPr>
            <p:ph type="sldNum" sz="quarter" idx="12"/>
          </p:nvPr>
        </p:nvSpPr>
        <p:spPr/>
        <p:txBody>
          <a:bodyPr/>
          <a:lstStyle/>
          <a:p>
            <a:pPr>
              <a:defRPr/>
            </a:pPr>
            <a:fld id="{815EC703-C051-410C-8BA1-62752E291E83}" type="slidenum">
              <a:rPr lang="en-US" altLang="en-US" smtClean="0"/>
              <a:pPr>
                <a:defRPr/>
              </a:pPr>
              <a:t>10</a:t>
            </a:fld>
            <a:endParaRPr lang="en-US" altLang="en-US"/>
          </a:p>
        </p:txBody>
      </p:sp>
    </p:spTree>
    <p:extLst>
      <p:ext uri="{BB962C8B-B14F-4D97-AF65-F5344CB8AC3E}">
        <p14:creationId xmlns:p14="http://schemas.microsoft.com/office/powerpoint/2010/main" val="3763322823"/>
      </p:ext>
    </p:extLst>
  </p:cSld>
  <p:clrMapOvr>
    <a:masterClrMapping/>
  </p:clrMapOvr>
  <p:transition spd="slow">
    <p:blinds dir="ver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2800" b="1" dirty="0">
                <a:solidFill>
                  <a:srgbClr val="0070C0"/>
                </a:solidFill>
                <a:latin typeface="Times New Roman" panose="02020603050405020304" pitchFamily="18" charset="0"/>
                <a:cs typeface="Times New Roman" panose="02020603050405020304" pitchFamily="18" charset="0"/>
              </a:rPr>
              <a:t>Conclusion</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11</a:t>
            </a:fld>
            <a:endParaRPr lang="en-US" altLang="en-US"/>
          </a:p>
        </p:txBody>
      </p:sp>
      <p:sp>
        <p:nvSpPr>
          <p:cNvPr id="3" name="Content Placeholder 2"/>
          <p:cNvSpPr>
            <a:spLocks noGrp="1"/>
          </p:cNvSpPr>
          <p:nvPr>
            <p:ph idx="1"/>
          </p:nvPr>
        </p:nvSpPr>
        <p:spPr>
          <a:xfrm>
            <a:off x="446308" y="1061297"/>
            <a:ext cx="10515600" cy="4351338"/>
          </a:xfrm>
        </p:spPr>
        <p:txBody>
          <a:bodyPr/>
          <a:lstStyle/>
          <a:p>
            <a:pPr marL="0" indent="0">
              <a:buNone/>
            </a:pPr>
            <a:endParaRPr lang="en-US" sz="2000" dirty="0">
              <a:latin typeface="Times New Roman" panose="02020603050405020304" pitchFamily="18" charset="0"/>
              <a:cs typeface="Times New Roman" panose="02020603050405020304" pitchFamily="18" charset="0"/>
            </a:endParaRPr>
          </a:p>
          <a:p>
            <a:pPr lvl="1"/>
            <a:r>
              <a:rPr lang="en-US" sz="2000" dirty="0">
                <a:latin typeface="Times New Roman" panose="02020603050405020304" pitchFamily="18" charset="0"/>
                <a:cs typeface="Times New Roman" panose="02020603050405020304" pitchFamily="18" charset="0"/>
              </a:rPr>
              <a:t>Successfully completed the Java Full Stack Development internship with practical exposure to industry technologies.</a:t>
            </a:r>
          </a:p>
          <a:p>
            <a:pPr lvl="1"/>
            <a:r>
              <a:rPr lang="en-US" sz="2000" dirty="0">
                <a:latin typeface="Times New Roman" panose="02020603050405020304" pitchFamily="18" charset="0"/>
                <a:cs typeface="Times New Roman" panose="02020603050405020304" pitchFamily="18" charset="0"/>
              </a:rPr>
              <a:t>Gained hands-on experience in frontend, backend, database, and API development.</a:t>
            </a:r>
          </a:p>
          <a:p>
            <a:pPr lvl="1"/>
            <a:r>
              <a:rPr lang="en-US" sz="2000" dirty="0">
                <a:latin typeface="Times New Roman" panose="02020603050405020304" pitchFamily="18" charset="0"/>
                <a:cs typeface="Times New Roman" panose="02020603050405020304" pitchFamily="18" charset="0"/>
              </a:rPr>
              <a:t>Improved programming, debugging, and problem-solving skills.</a:t>
            </a:r>
          </a:p>
          <a:p>
            <a:pPr lvl="1"/>
            <a:r>
              <a:rPr lang="en-US" sz="2000" dirty="0">
                <a:latin typeface="Times New Roman" panose="02020603050405020304" pitchFamily="18" charset="0"/>
                <a:cs typeface="Times New Roman" panose="02020603050405020304" pitchFamily="18" charset="0"/>
              </a:rPr>
              <a:t>Learned to use Git and GitHub for version control and collaborative development.</a:t>
            </a:r>
          </a:p>
          <a:p>
            <a:pPr lvl="1"/>
            <a:r>
              <a:rPr lang="en-US" sz="2000" dirty="0">
                <a:latin typeface="Times New Roman" panose="02020603050405020304" pitchFamily="18" charset="0"/>
                <a:cs typeface="Times New Roman" panose="02020603050405020304" pitchFamily="18" charset="0"/>
              </a:rPr>
              <a:t>Enhanced understanding of the software development lifecycle and real-world project workflows.</a:t>
            </a:r>
          </a:p>
          <a:p>
            <a:pPr lvl="1"/>
            <a:r>
              <a:rPr lang="en-US" sz="2000" dirty="0">
                <a:latin typeface="Times New Roman" panose="02020603050405020304" pitchFamily="18" charset="0"/>
                <a:cs typeface="Times New Roman" panose="02020603050405020304" pitchFamily="18" charset="0"/>
              </a:rPr>
              <a:t>Built a strong foundation for future software development and full-stack engineering roles.</a:t>
            </a:r>
          </a:p>
        </p:txBody>
      </p:sp>
    </p:spTree>
    <p:extLst>
      <p:ext uri="{BB962C8B-B14F-4D97-AF65-F5344CB8AC3E}">
        <p14:creationId xmlns:p14="http://schemas.microsoft.com/office/powerpoint/2010/main" val="3437392139"/>
      </p:ext>
    </p:extLst>
  </p:cSld>
  <p:clrMapOvr>
    <a:masterClrMapping/>
  </p:clrMapOvr>
  <p:transition spd="slow">
    <p:blinds dir="ver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a:solidFill>
            <a:schemeClr val="accent1">
              <a:lumMod val="50000"/>
            </a:schemeClr>
          </a:solidFill>
        </p:spPr>
        <p:txBody>
          <a:bodyPr/>
          <a:lstStyle/>
          <a:p>
            <a:pPr marL="0" indent="0" algn="ctr">
              <a:buNone/>
            </a:pPr>
            <a:endParaRPr lang="en-US" sz="6600" dirty="0">
              <a:solidFill>
                <a:srgbClr val="FFFF00"/>
              </a:solidFill>
              <a:latin typeface="Times New Roman" panose="02020603050405020304" pitchFamily="18" charset="0"/>
              <a:cs typeface="Times New Roman" panose="02020603050405020304" pitchFamily="18" charset="0"/>
            </a:endParaRPr>
          </a:p>
          <a:p>
            <a:pPr marL="0" indent="0" algn="ctr">
              <a:buNone/>
            </a:pPr>
            <a:r>
              <a:rPr lang="en-US" sz="6600" dirty="0">
                <a:solidFill>
                  <a:srgbClr val="FFFF00"/>
                </a:solidFill>
                <a:latin typeface="Times New Roman" panose="02020603050405020304" pitchFamily="18" charset="0"/>
                <a:cs typeface="Times New Roman" panose="02020603050405020304" pitchFamily="18" charset="0"/>
              </a:rPr>
              <a:t>  </a:t>
            </a:r>
            <a:r>
              <a:rPr lang="en-US" sz="6600" dirty="0">
                <a:solidFill>
                  <a:schemeClr val="accent2">
                    <a:lumMod val="40000"/>
                    <a:lumOff val="60000"/>
                  </a:schemeClr>
                </a:solidFill>
                <a:latin typeface="Times New Roman" panose="02020603050405020304" pitchFamily="18" charset="0"/>
                <a:cs typeface="Times New Roman" panose="02020603050405020304" pitchFamily="18" charset="0"/>
              </a:rPr>
              <a:t>Q&amp;A</a:t>
            </a:r>
          </a:p>
          <a:p>
            <a:pPr marL="0" indent="0" algn="ctr">
              <a:buNone/>
            </a:pPr>
            <a:endParaRPr lang="en-US" sz="6600" dirty="0">
              <a:solidFill>
                <a:srgbClr val="A7118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latin typeface="Times New Roman" panose="02020603050405020304" pitchFamily="18" charset="0"/>
                <a:cs typeface="Times New Roman" panose="02020603050405020304" pitchFamily="18" charset="0"/>
              </a:rPr>
              <a:pPr>
                <a:defRPr/>
              </a:pPr>
              <a:t>12</a:t>
            </a:fld>
            <a:endParaRPr lang="en-US" altLang="en-US">
              <a:latin typeface="Times New Roman" panose="02020603050405020304" pitchFamily="18" charset="0"/>
              <a:cs typeface="Times New Roman" panose="02020603050405020304" pitchFamily="18" charset="0"/>
            </a:endParaRPr>
          </a:p>
        </p:txBody>
      </p:sp>
      <p:pic>
        <p:nvPicPr>
          <p:cNvPr id="5" name="Picture 7" descr="bd04924_"/>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05253" y="2150340"/>
            <a:ext cx="2841170" cy="3832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58975439"/>
      </p:ext>
    </p:extLst>
  </p:cSld>
  <p:clrMapOvr>
    <a:masterClrMapping/>
  </p:clrMapOvr>
  <p:transition spd="slow">
    <p:blinds dir="ver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547258"/>
            <a:ext cx="10515600" cy="1214846"/>
          </a:xfrm>
        </p:spPr>
        <p:txBody>
          <a:bodyPr/>
          <a:lstStyle/>
          <a:p>
            <a:pPr marL="0" indent="0" algn="ctr">
              <a:buNone/>
            </a:pPr>
            <a:r>
              <a:rPr lang="en-US" sz="6600" dirty="0">
                <a:solidFill>
                  <a:srgbClr val="A71180"/>
                </a:solidFill>
                <a:latin typeface="Times New Roman" panose="02020603050405020304" pitchFamily="18" charset="0"/>
                <a:cs typeface="Times New Roman" panose="02020603050405020304" pitchFamily="18" charset="0"/>
              </a:rPr>
              <a:t>Thank you !!</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13</a:t>
            </a:fld>
            <a:endParaRPr lang="en-US" altLang="en-US"/>
          </a:p>
        </p:txBody>
      </p:sp>
    </p:spTree>
    <p:extLst>
      <p:ext uri="{BB962C8B-B14F-4D97-AF65-F5344CB8AC3E}">
        <p14:creationId xmlns:p14="http://schemas.microsoft.com/office/powerpoint/2010/main" val="3798440382"/>
      </p:ext>
    </p:extLst>
  </p:cSld>
  <p:clrMapOvr>
    <a:masterClrMapping/>
  </p:clrMapOvr>
  <p:transition spd="slow">
    <p:blinds dir="vert"/>
  </p:transition>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7891</TotalTime>
  <Words>862</Words>
  <Application>Microsoft Office PowerPoint</Application>
  <PresentationFormat>Widescreen</PresentationFormat>
  <Paragraphs>167</Paragraphs>
  <Slides>13</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Arial</vt:lpstr>
      <vt:lpstr>Calibri</vt:lpstr>
      <vt:lpstr>Calibri Light</vt:lpstr>
      <vt:lpstr>Cambria</vt:lpstr>
      <vt:lpstr>Times New Roman</vt:lpstr>
      <vt:lpstr>Verdana</vt:lpstr>
      <vt:lpstr>Wingdings</vt:lpstr>
      <vt:lpstr>Office Theme</vt:lpstr>
      <vt:lpstr>PowerPoint Presentation</vt:lpstr>
      <vt:lpstr> Content</vt:lpstr>
      <vt:lpstr>About Company or Organization</vt:lpstr>
      <vt:lpstr>PowerPoint Presentation</vt:lpstr>
      <vt:lpstr>PowerPoint Presentation</vt:lpstr>
      <vt:lpstr>Working domain or the technology</vt:lpstr>
      <vt:lpstr>PowerPoint Presentation</vt:lpstr>
      <vt:lpstr>Objectives of the work</vt:lpstr>
      <vt:lpstr>Methodology Used / Course Description </vt:lpstr>
      <vt:lpstr>PowerPoint Presentation</vt:lpstr>
      <vt:lpstr>Conclusion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Preeteesh</dc:creator>
  <cp:lastModifiedBy>SUDEEP KAMMAR</cp:lastModifiedBy>
  <cp:revision>942</cp:revision>
  <cp:lastPrinted>2018-07-24T06:37:20Z</cp:lastPrinted>
  <dcterms:created xsi:type="dcterms:W3CDTF">2018-06-07T04:06:17Z</dcterms:created>
  <dcterms:modified xsi:type="dcterms:W3CDTF">2026-08-07T19:14:04Z</dcterms:modified>
</cp:coreProperties>
</file>